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999999"/>
    <a:srgbClr val="CCCCCC"/>
    <a:srgbClr val="808080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2B61-61B1-5B5D-3144-38EB95A1B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1DDAF-7817-B46F-CB40-BF51581C6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366ED-BAFB-64F7-5C46-9E85EFF7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16326-8DB4-47A9-B2F4-94DCA147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66B1-6E1D-6090-26D8-472EC0CC0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063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7280-7BD4-8E96-74CC-70B96294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E5933-9C03-A795-F20B-96B2192FD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3A4D8-2765-7684-9B5C-C6BE8187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1115-FC31-57BA-59DC-3BFA4128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EAF7-352F-2353-D319-4F96F99F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740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B4BD-290C-6132-11FD-0FA64A3D2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7B4BB-4B7C-2EC8-5705-267706582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5E14F-1461-C6FF-58ED-1B1367BB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4556-F7A2-6488-CBDC-6BCA2735F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5D50-EA19-8AA0-D4F5-9366EAD2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8156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4962-F3C4-BCDF-8CD9-CC06836B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DF7F-D9FE-8779-77C2-7F9AE7E9A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6D758-3AE7-7B09-D261-DFA00853E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D72FB-508E-4F7E-E719-8E697853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BD14D-CFAE-779A-115C-D02F6A7B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71C0-7CE1-3C31-1235-35159B94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019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75AF-CD02-9923-F37F-9AAAA2C6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0B737-19C2-2D92-8338-33FE6EE2D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DDB54-1F7A-9A78-2C62-3D21EB6B3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D4C06-B5C4-92E7-5E25-57D47272C3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97873-B3D6-E543-0C72-790BB8572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EFDC0-5646-B165-45EE-BBA32747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7E350-C2BF-C2E0-A80D-7AE88D99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91772-D405-9790-A3F7-1D7B80FF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472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37C6-6479-2BF2-EF39-428102CE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2E856-DBA3-F2AB-6186-169A1DB4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892EE-2FE9-9136-1EEE-AFFEF5C0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B9482-A6F6-ABD5-10A0-ED048295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4255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6ABA6-EFB9-15FF-CECF-EBA2DF2D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0F221A-DB4B-BA2F-38E0-63DFFCE8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E57B9-DC30-A18B-451F-89B10337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4356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6D53-0A22-A428-E9BA-41A19283A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BC22-D43B-8AA6-59C5-F4741FF6D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E3C35-2E17-DA63-E6EE-9B5E35552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65E83-415D-DFB8-F9DA-06A5DBFC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2218D-C20E-4CB6-6E13-2F8490C3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1DCA9-61CD-2B44-FB94-0138A919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7597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E122-038E-9865-D89B-7480B9A0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77DD18-319F-3F83-2C40-CD996ECDA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C95DB-72DC-A028-FAD0-C666DD955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5D464-EF71-38C9-9DB9-73053EE9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15768-51FA-DBE6-0493-9D458BE1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3319D-FE3C-AB04-CEF1-D63291AF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272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FFF8-3496-D88A-D41A-F299B5A5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31CB4-1664-F87D-ABB0-6318AE039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BE3E-5797-4E3C-6502-9A0E578B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18CAB-720A-CA58-3E2D-69C80D3E7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FCAD3-28D6-EA8D-472A-F9755CE5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256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D2A38-2EA8-193A-2F82-58C5646F4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F159C-72EB-E849-0778-A473B71C6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96B90-A975-0C60-55F7-20FAC946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6C9BC-14D2-6BB2-05A0-A21EB3E0C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2765-7658-D170-F598-CD70E4BD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946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1CB4E-D95F-3427-8554-AB06D7AD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B592C-7635-FE41-CDCB-6FEE3ED17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822D2-A832-14D3-6219-908BB5174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E456F-8AE8-4014-B338-718F1CA4F223}" type="datetimeFigureOut">
              <a:rPr lang="fr-CA" smtClean="0"/>
              <a:t>2026-02-07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6F6CF-A71F-21D7-F5AC-E63DC813C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B2F42-B61D-498B-9404-36E084DA0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F8BD9-4443-4E6C-A627-6719861D223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801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DC0C58-D90C-6976-F9D5-209D8E13E66A}"/>
              </a:ext>
            </a:extLst>
          </p:cNvPr>
          <p:cNvSpPr>
            <a:spLocks noChangeAspect="1"/>
          </p:cNvSpPr>
          <p:nvPr/>
        </p:nvSpPr>
        <p:spPr>
          <a:xfrm>
            <a:off x="580104" y="1690688"/>
            <a:ext cx="1440000" cy="14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1CB45-DABD-B882-11A3-B403194AB270}"/>
              </a:ext>
            </a:extLst>
          </p:cNvPr>
          <p:cNvSpPr>
            <a:spLocks noChangeAspect="1"/>
          </p:cNvSpPr>
          <p:nvPr/>
        </p:nvSpPr>
        <p:spPr>
          <a:xfrm>
            <a:off x="2696360" y="1735196"/>
            <a:ext cx="1440000" cy="1440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7EBB47-DD2A-9D73-57E8-5EB9DD4A7B6D}"/>
              </a:ext>
            </a:extLst>
          </p:cNvPr>
          <p:cNvSpPr txBox="1"/>
          <p:nvPr/>
        </p:nvSpPr>
        <p:spPr>
          <a:xfrm>
            <a:off x="786816" y="3716594"/>
            <a:ext cx="855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Button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2F37E-A30F-B1EB-76E6-296B9DCC918B}"/>
              </a:ext>
            </a:extLst>
          </p:cNvPr>
          <p:cNvSpPr txBox="1"/>
          <p:nvPr/>
        </p:nvSpPr>
        <p:spPr>
          <a:xfrm>
            <a:off x="2246397" y="3682804"/>
            <a:ext cx="89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Hoover</a:t>
            </a:r>
            <a:endParaRPr lang="fr-CA" dirty="0">
              <a:solidFill>
                <a:schemeClr val="bg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ED72085-ECF1-6624-2EA9-7F245184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Couleurs</a:t>
            </a:r>
            <a:endParaRPr lang="fr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60654D-51F8-57A7-BDFC-95B92966EF25}"/>
              </a:ext>
            </a:extLst>
          </p:cNvPr>
          <p:cNvSpPr>
            <a:spLocks noChangeAspect="1"/>
          </p:cNvSpPr>
          <p:nvPr/>
        </p:nvSpPr>
        <p:spPr>
          <a:xfrm>
            <a:off x="5966952" y="732043"/>
            <a:ext cx="1440000" cy="14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6A28D6-C800-CF44-24C8-8CE0DBEDF716}"/>
              </a:ext>
            </a:extLst>
          </p:cNvPr>
          <p:cNvSpPr/>
          <p:nvPr/>
        </p:nvSpPr>
        <p:spPr>
          <a:xfrm>
            <a:off x="6866952" y="3867470"/>
            <a:ext cx="1080000" cy="1080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3DB0EBF-C7F2-7CB6-1249-0B22656CB866}"/>
              </a:ext>
            </a:extLst>
          </p:cNvPr>
          <p:cNvSpPr/>
          <p:nvPr/>
        </p:nvSpPr>
        <p:spPr>
          <a:xfrm>
            <a:off x="7200000" y="2590688"/>
            <a:ext cx="1080000" cy="10800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5C3A9D-A45B-F0B4-FA3D-F70E1002AF8F}"/>
              </a:ext>
            </a:extLst>
          </p:cNvPr>
          <p:cNvSpPr/>
          <p:nvPr/>
        </p:nvSpPr>
        <p:spPr>
          <a:xfrm>
            <a:off x="10155736" y="1235944"/>
            <a:ext cx="1080000" cy="31715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301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4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0D561-E680-51F6-BE3B-25A45BC0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5FE553-D9DE-D4E0-0763-002D4B65A7E1}"/>
              </a:ext>
            </a:extLst>
          </p:cNvPr>
          <p:cNvSpPr>
            <a:spLocks noChangeAspect="1"/>
          </p:cNvSpPr>
          <p:nvPr/>
        </p:nvSpPr>
        <p:spPr>
          <a:xfrm>
            <a:off x="580104" y="1690688"/>
            <a:ext cx="1440000" cy="14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EDAE91-FCB7-FAC8-F1D0-D0267D38BDF3}"/>
              </a:ext>
            </a:extLst>
          </p:cNvPr>
          <p:cNvSpPr>
            <a:spLocks noChangeAspect="1"/>
          </p:cNvSpPr>
          <p:nvPr/>
        </p:nvSpPr>
        <p:spPr>
          <a:xfrm>
            <a:off x="2696360" y="1735196"/>
            <a:ext cx="1440000" cy="1440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12E825-5382-435B-F3D0-5AF9C64CABFC}"/>
              </a:ext>
            </a:extLst>
          </p:cNvPr>
          <p:cNvGrpSpPr/>
          <p:nvPr/>
        </p:nvGrpSpPr>
        <p:grpSpPr>
          <a:xfrm>
            <a:off x="10482086" y="270275"/>
            <a:ext cx="1080000" cy="1080000"/>
            <a:chOff x="8491670" y="3710070"/>
            <a:chExt cx="1080000" cy="108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9E44E46-4F76-CA16-5849-13CCB33AD529}"/>
                </a:ext>
              </a:extLst>
            </p:cNvPr>
            <p:cNvSpPr/>
            <p:nvPr/>
          </p:nvSpPr>
          <p:spPr>
            <a:xfrm>
              <a:off x="9031670" y="3710070"/>
              <a:ext cx="540000" cy="1080000"/>
            </a:xfrm>
            <a:custGeom>
              <a:avLst/>
              <a:gdLst>
                <a:gd name="csX0" fmla="*/ 0 w 540000"/>
                <a:gd name="csY0" fmla="*/ 0 h 1080000"/>
                <a:gd name="csX1" fmla="*/ 540000 w 540000"/>
                <a:gd name="csY1" fmla="*/ 540000 h 1080000"/>
                <a:gd name="csX2" fmla="*/ 0 w 540000"/>
                <a:gd name="csY2" fmla="*/ 1080000 h 1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67551AD-D754-826C-BD0D-FF0EF522CC15}"/>
                </a:ext>
              </a:extLst>
            </p:cNvPr>
            <p:cNvSpPr/>
            <p:nvPr/>
          </p:nvSpPr>
          <p:spPr>
            <a:xfrm>
              <a:off x="8491670" y="3710070"/>
              <a:ext cx="540000" cy="1080000"/>
            </a:xfrm>
            <a:custGeom>
              <a:avLst/>
              <a:gdLst>
                <a:gd name="csX0" fmla="*/ 540000 w 540000"/>
                <a:gd name="csY0" fmla="*/ 0 h 1080000"/>
                <a:gd name="csX1" fmla="*/ 540000 w 540000"/>
                <a:gd name="csY1" fmla="*/ 1080000 h 1080000"/>
                <a:gd name="csX2" fmla="*/ 0 w 540000"/>
                <a:gd name="csY2" fmla="*/ 540000 h 1080000"/>
                <a:gd name="csX3" fmla="*/ 540000 w 540000"/>
                <a:gd name="csY3" fmla="*/ 0 h 10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0000" h="1080000">
                  <a:moveTo>
                    <a:pt x="540000" y="0"/>
                  </a:moveTo>
                  <a:lnTo>
                    <a:pt x="540000" y="1080000"/>
                  </a:lnTo>
                  <a:cubicBezTo>
                    <a:pt x="241766" y="1080000"/>
                    <a:pt x="0" y="838234"/>
                    <a:pt x="0" y="540000"/>
                  </a:cubicBezTo>
                  <a:cubicBezTo>
                    <a:pt x="0" y="241766"/>
                    <a:pt x="241766" y="0"/>
                    <a:pt x="5400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CA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F174AE-55DF-D33C-2902-6EFF84699457}"/>
              </a:ext>
            </a:extLst>
          </p:cNvPr>
          <p:cNvGrpSpPr/>
          <p:nvPr/>
        </p:nvGrpSpPr>
        <p:grpSpPr>
          <a:xfrm>
            <a:off x="9462443" y="156414"/>
            <a:ext cx="704791" cy="1078575"/>
            <a:chOff x="3060759" y="2067817"/>
            <a:chExt cx="485497" cy="742979"/>
          </a:xfrm>
        </p:grpSpPr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B2BF77C2-1897-B0A0-8050-D2600CA51319}"/>
                </a:ext>
              </a:extLst>
            </p:cNvPr>
            <p:cNvSpPr/>
            <p:nvPr/>
          </p:nvSpPr>
          <p:spPr>
            <a:xfrm>
              <a:off x="3060759" y="2455196"/>
              <a:ext cx="355600" cy="355600"/>
            </a:xfrm>
            <a:prstGeom prst="fram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>
                <a:solidFill>
                  <a:schemeClr val="tx1"/>
                </a:solidFill>
              </a:endParaRPr>
            </a:p>
          </p:txBody>
        </p:sp>
        <p:sp>
          <p:nvSpPr>
            <p:cNvPr id="20" name="Graphic 18" descr="Checkmark with solid fill">
              <a:extLst>
                <a:ext uri="{FF2B5EF4-FFF2-40B4-BE49-F238E27FC236}">
                  <a16:creationId xmlns:a16="http://schemas.microsoft.com/office/drawing/2014/main" id="{8973AA23-422C-E7E8-B3C9-C73C6C0365F7}"/>
                </a:ext>
              </a:extLst>
            </p:cNvPr>
            <p:cNvSpPr/>
            <p:nvPr/>
          </p:nvSpPr>
          <p:spPr>
            <a:xfrm>
              <a:off x="3086049" y="2067817"/>
              <a:ext cx="460207" cy="685741"/>
            </a:xfrm>
            <a:custGeom>
              <a:avLst/>
              <a:gdLst>
                <a:gd name="csX0" fmla="*/ 802958 w 880109"/>
                <a:gd name="csY0" fmla="*/ 0 h 618172"/>
                <a:gd name="csX1" fmla="*/ 315278 w 880109"/>
                <a:gd name="csY1" fmla="*/ 461010 h 618172"/>
                <a:gd name="csX2" fmla="*/ 80963 w 880109"/>
                <a:gd name="csY2" fmla="*/ 220980 h 618172"/>
                <a:gd name="csX3" fmla="*/ 0 w 880109"/>
                <a:gd name="csY3" fmla="*/ 298132 h 618172"/>
                <a:gd name="csX4" fmla="*/ 311468 w 880109"/>
                <a:gd name="csY4" fmla="*/ 618173 h 618172"/>
                <a:gd name="csX5" fmla="*/ 393383 w 880109"/>
                <a:gd name="csY5" fmla="*/ 541973 h 618172"/>
                <a:gd name="csX6" fmla="*/ 880110 w 880109"/>
                <a:gd name="csY6" fmla="*/ 80010 h 618172"/>
                <a:gd name="csX0" fmla="*/ 721995 w 799147"/>
                <a:gd name="csY0" fmla="*/ 0 h 618173"/>
                <a:gd name="csX1" fmla="*/ 234315 w 799147"/>
                <a:gd name="csY1" fmla="*/ 461010 h 618173"/>
                <a:gd name="csX2" fmla="*/ 0 w 799147"/>
                <a:gd name="csY2" fmla="*/ 220980 h 618173"/>
                <a:gd name="csX3" fmla="*/ 230505 w 799147"/>
                <a:gd name="csY3" fmla="*/ 618173 h 618173"/>
                <a:gd name="csX4" fmla="*/ 312420 w 799147"/>
                <a:gd name="csY4" fmla="*/ 541973 h 618173"/>
                <a:gd name="csX5" fmla="*/ 799147 w 799147"/>
                <a:gd name="csY5" fmla="*/ 80010 h 618173"/>
                <a:gd name="csX6" fmla="*/ 721995 w 799147"/>
                <a:gd name="csY6" fmla="*/ 0 h 618173"/>
                <a:gd name="csX0" fmla="*/ 476726 w 799147"/>
                <a:gd name="csY0" fmla="*/ 0 h 830104"/>
                <a:gd name="csX1" fmla="*/ 234315 w 799147"/>
                <a:gd name="csY1" fmla="*/ 672941 h 830104"/>
                <a:gd name="csX2" fmla="*/ 0 w 799147"/>
                <a:gd name="csY2" fmla="*/ 432911 h 830104"/>
                <a:gd name="csX3" fmla="*/ 230505 w 799147"/>
                <a:gd name="csY3" fmla="*/ 830104 h 830104"/>
                <a:gd name="csX4" fmla="*/ 312420 w 799147"/>
                <a:gd name="csY4" fmla="*/ 753904 h 830104"/>
                <a:gd name="csX5" fmla="*/ 799147 w 799147"/>
                <a:gd name="csY5" fmla="*/ 291941 h 830104"/>
                <a:gd name="csX6" fmla="*/ 476726 w 799147"/>
                <a:gd name="csY6" fmla="*/ 0 h 830104"/>
                <a:gd name="csX0" fmla="*/ 476726 w 575309"/>
                <a:gd name="csY0" fmla="*/ 27147 h 857251"/>
                <a:gd name="csX1" fmla="*/ 234315 w 575309"/>
                <a:gd name="csY1" fmla="*/ 700088 h 857251"/>
                <a:gd name="csX2" fmla="*/ 0 w 575309"/>
                <a:gd name="csY2" fmla="*/ 460058 h 857251"/>
                <a:gd name="csX3" fmla="*/ 230505 w 575309"/>
                <a:gd name="csY3" fmla="*/ 857251 h 857251"/>
                <a:gd name="csX4" fmla="*/ 312420 w 575309"/>
                <a:gd name="csY4" fmla="*/ 781051 h 857251"/>
                <a:gd name="csX5" fmla="*/ 575309 w 575309"/>
                <a:gd name="csY5" fmla="*/ 0 h 857251"/>
                <a:gd name="csX6" fmla="*/ 476726 w 575309"/>
                <a:gd name="csY6" fmla="*/ 27147 h 857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575309" h="857251">
                  <a:moveTo>
                    <a:pt x="476726" y="27147"/>
                  </a:moveTo>
                  <a:lnTo>
                    <a:pt x="234315" y="700088"/>
                  </a:lnTo>
                  <a:lnTo>
                    <a:pt x="0" y="460058"/>
                  </a:lnTo>
                  <a:lnTo>
                    <a:pt x="230505" y="857251"/>
                  </a:lnTo>
                  <a:lnTo>
                    <a:pt x="312420" y="781051"/>
                  </a:lnTo>
                  <a:lnTo>
                    <a:pt x="575309" y="0"/>
                  </a:lnTo>
                  <a:lnTo>
                    <a:pt x="476726" y="27147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 dirty="0"/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1B05401-07FE-8D96-9B6C-48904822486A}"/>
              </a:ext>
            </a:extLst>
          </p:cNvPr>
          <p:cNvSpPr>
            <a:spLocks noChangeAspect="1"/>
          </p:cNvSpPr>
          <p:nvPr/>
        </p:nvSpPr>
        <p:spPr>
          <a:xfrm>
            <a:off x="5240037" y="1234989"/>
            <a:ext cx="1309732" cy="1296000"/>
          </a:xfrm>
          <a:custGeom>
            <a:avLst/>
            <a:gdLst>
              <a:gd name="csX0" fmla="*/ 937534 w 2291473"/>
              <a:gd name="csY0" fmla="*/ 710855 h 2267451"/>
              <a:gd name="csX1" fmla="*/ 1057022 w 2291473"/>
              <a:gd name="csY1" fmla="*/ 912362 h 2267451"/>
              <a:gd name="csX2" fmla="*/ 733807 w 2291473"/>
              <a:gd name="csY2" fmla="*/ 915483 h 2267451"/>
              <a:gd name="csX3" fmla="*/ 754552 w 2291473"/>
              <a:gd name="csY3" fmla="*/ 877262 h 2267451"/>
              <a:gd name="csX4" fmla="*/ 901283 w 2291473"/>
              <a:gd name="csY4" fmla="*/ 730531 h 2267451"/>
              <a:gd name="csX5" fmla="*/ 516015 w 2291473"/>
              <a:gd name="csY5" fmla="*/ 0 h 2267451"/>
              <a:gd name="csX6" fmla="*/ 659703 w 2291473"/>
              <a:gd name="csY6" fmla="*/ 242317 h 2267451"/>
              <a:gd name="csX7" fmla="*/ 687134 w 2291473"/>
              <a:gd name="csY7" fmla="*/ 225651 h 2267451"/>
              <a:gd name="csX8" fmla="*/ 1205008 w 2291473"/>
              <a:gd name="csY8" fmla="*/ 94521 h 2267451"/>
              <a:gd name="csX9" fmla="*/ 2291473 w 2291473"/>
              <a:gd name="csY9" fmla="*/ 1180986 h 2267451"/>
              <a:gd name="csX10" fmla="*/ 1205008 w 2291473"/>
              <a:gd name="csY10" fmla="*/ 2267451 h 2267451"/>
              <a:gd name="csX11" fmla="*/ 782107 w 2291473"/>
              <a:gd name="csY11" fmla="*/ 2182071 h 2267451"/>
              <a:gd name="csX12" fmla="*/ 702132 w 2291473"/>
              <a:gd name="csY12" fmla="*/ 2143546 h 2267451"/>
              <a:gd name="csX13" fmla="*/ 1114756 w 2291473"/>
              <a:gd name="csY13" fmla="*/ 1715120 h 2267451"/>
              <a:gd name="csX14" fmla="*/ 1205007 w 2291473"/>
              <a:gd name="csY14" fmla="*/ 1724218 h 2267451"/>
              <a:gd name="csX15" fmla="*/ 1748239 w 2291473"/>
              <a:gd name="csY15" fmla="*/ 1180986 h 2267451"/>
              <a:gd name="csX16" fmla="*/ 1205007 w 2291473"/>
              <a:gd name="csY16" fmla="*/ 637754 h 2267451"/>
              <a:gd name="csX17" fmla="*/ 993556 w 2291473"/>
              <a:gd name="csY17" fmla="*/ 680444 h 2267451"/>
              <a:gd name="csX18" fmla="*/ 937533 w 2291473"/>
              <a:gd name="csY18" fmla="*/ 710853 h 2267451"/>
              <a:gd name="csX19" fmla="*/ 937534 w 2291473"/>
              <a:gd name="csY19" fmla="*/ 710854 h 2267451"/>
              <a:gd name="csX20" fmla="*/ 901283 w 2291473"/>
              <a:gd name="csY20" fmla="*/ 730530 h 2267451"/>
              <a:gd name="csX21" fmla="*/ 754552 w 2291473"/>
              <a:gd name="csY21" fmla="*/ 877261 h 2267451"/>
              <a:gd name="csX22" fmla="*/ 733807 w 2291473"/>
              <a:gd name="csY22" fmla="*/ 915482 h 2267451"/>
              <a:gd name="csX23" fmla="*/ 151141 w 2291473"/>
              <a:gd name="csY23" fmla="*/ 921107 h 2267451"/>
              <a:gd name="csX24" fmla="*/ 161654 w 2291473"/>
              <a:gd name="csY24" fmla="*/ 880216 h 2267451"/>
              <a:gd name="csX25" fmla="*/ 151141 w 2291473"/>
              <a:gd name="csY25" fmla="*/ 921106 h 2267451"/>
              <a:gd name="csX26" fmla="*/ 151141 w 2291473"/>
              <a:gd name="csY26" fmla="*/ 921107 h 2267451"/>
              <a:gd name="csX27" fmla="*/ 151140 w 2291473"/>
              <a:gd name="csY27" fmla="*/ 921108 h 2267451"/>
              <a:gd name="csX28" fmla="*/ 0 w 2291473"/>
              <a:gd name="csY28" fmla="*/ 922567 h 2267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2291473" h="2267451">
                <a:moveTo>
                  <a:pt x="937534" y="710855"/>
                </a:moveTo>
                <a:lnTo>
                  <a:pt x="1057022" y="912362"/>
                </a:lnTo>
                <a:lnTo>
                  <a:pt x="733807" y="915483"/>
                </a:lnTo>
                <a:lnTo>
                  <a:pt x="754552" y="877262"/>
                </a:lnTo>
                <a:cubicBezTo>
                  <a:pt x="793602" y="819462"/>
                  <a:pt x="843483" y="769581"/>
                  <a:pt x="901283" y="730531"/>
                </a:cubicBezTo>
                <a:close/>
                <a:moveTo>
                  <a:pt x="516015" y="0"/>
                </a:moveTo>
                <a:lnTo>
                  <a:pt x="659703" y="242317"/>
                </a:lnTo>
                <a:lnTo>
                  <a:pt x="687134" y="225651"/>
                </a:lnTo>
                <a:cubicBezTo>
                  <a:pt x="841079" y="142024"/>
                  <a:pt x="1017496" y="94521"/>
                  <a:pt x="1205008" y="94521"/>
                </a:cubicBezTo>
                <a:cubicBezTo>
                  <a:pt x="1805046" y="94521"/>
                  <a:pt x="2291473" y="580948"/>
                  <a:pt x="2291473" y="1180986"/>
                </a:cubicBezTo>
                <a:cubicBezTo>
                  <a:pt x="2291473" y="1781024"/>
                  <a:pt x="1805046" y="2267451"/>
                  <a:pt x="1205008" y="2267451"/>
                </a:cubicBezTo>
                <a:cubicBezTo>
                  <a:pt x="1054999" y="2267451"/>
                  <a:pt x="912090" y="2237050"/>
                  <a:pt x="782107" y="2182071"/>
                </a:cubicBezTo>
                <a:lnTo>
                  <a:pt x="702132" y="2143546"/>
                </a:lnTo>
                <a:lnTo>
                  <a:pt x="1114756" y="1715120"/>
                </a:lnTo>
                <a:lnTo>
                  <a:pt x="1205007" y="1724218"/>
                </a:lnTo>
                <a:cubicBezTo>
                  <a:pt x="1505026" y="1724218"/>
                  <a:pt x="1748239" y="1481005"/>
                  <a:pt x="1748239" y="1180986"/>
                </a:cubicBezTo>
                <a:cubicBezTo>
                  <a:pt x="1748239" y="880967"/>
                  <a:pt x="1505026" y="637754"/>
                  <a:pt x="1205007" y="637754"/>
                </a:cubicBezTo>
                <a:cubicBezTo>
                  <a:pt x="1130002" y="637754"/>
                  <a:pt x="1058548" y="652955"/>
                  <a:pt x="993556" y="680444"/>
                </a:cubicBezTo>
                <a:lnTo>
                  <a:pt x="937533" y="710853"/>
                </a:lnTo>
                <a:lnTo>
                  <a:pt x="937534" y="710854"/>
                </a:lnTo>
                <a:lnTo>
                  <a:pt x="901283" y="730530"/>
                </a:lnTo>
                <a:cubicBezTo>
                  <a:pt x="843483" y="769580"/>
                  <a:pt x="793602" y="819461"/>
                  <a:pt x="754552" y="877261"/>
                </a:cubicBezTo>
                <a:lnTo>
                  <a:pt x="733807" y="915482"/>
                </a:lnTo>
                <a:lnTo>
                  <a:pt x="151141" y="921107"/>
                </a:lnTo>
                <a:lnTo>
                  <a:pt x="161654" y="880216"/>
                </a:lnTo>
                <a:lnTo>
                  <a:pt x="151141" y="921106"/>
                </a:lnTo>
                <a:lnTo>
                  <a:pt x="151141" y="921107"/>
                </a:lnTo>
                <a:lnTo>
                  <a:pt x="151140" y="921108"/>
                </a:lnTo>
                <a:lnTo>
                  <a:pt x="0" y="9225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ADCD418-91DE-685E-427F-A9F3C8A773D5}"/>
              </a:ext>
            </a:extLst>
          </p:cNvPr>
          <p:cNvGrpSpPr/>
          <p:nvPr/>
        </p:nvGrpSpPr>
        <p:grpSpPr>
          <a:xfrm>
            <a:off x="7557661" y="1879952"/>
            <a:ext cx="818844" cy="1056573"/>
            <a:chOff x="7639356" y="1399046"/>
            <a:chExt cx="1671791" cy="2157150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D1B1ACE-F14E-18D0-DAD1-4780739E264D}"/>
                </a:ext>
              </a:extLst>
            </p:cNvPr>
            <p:cNvSpPr/>
            <p:nvPr/>
          </p:nvSpPr>
          <p:spPr>
            <a:xfrm>
              <a:off x="7698658" y="1435510"/>
              <a:ext cx="1543665" cy="2035277"/>
            </a:xfrm>
            <a:custGeom>
              <a:avLst/>
              <a:gdLst>
                <a:gd name="csX0" fmla="*/ 9832 w 1543665"/>
                <a:gd name="csY0" fmla="*/ 0 h 2035277"/>
                <a:gd name="csX1" fmla="*/ 9832 w 1543665"/>
                <a:gd name="csY1" fmla="*/ 0 h 2035277"/>
                <a:gd name="csX2" fmla="*/ 88490 w 1543665"/>
                <a:gd name="csY2" fmla="*/ 39329 h 2035277"/>
                <a:gd name="csX3" fmla="*/ 511277 w 1543665"/>
                <a:gd name="csY3" fmla="*/ 78658 h 2035277"/>
                <a:gd name="csX4" fmla="*/ 825910 w 1543665"/>
                <a:gd name="csY4" fmla="*/ 58993 h 2035277"/>
                <a:gd name="csX5" fmla="*/ 914400 w 1543665"/>
                <a:gd name="csY5" fmla="*/ 78658 h 2035277"/>
                <a:gd name="csX6" fmla="*/ 943897 w 1543665"/>
                <a:gd name="csY6" fmla="*/ 68825 h 2035277"/>
                <a:gd name="csX7" fmla="*/ 1022555 w 1543665"/>
                <a:gd name="csY7" fmla="*/ 58993 h 2035277"/>
                <a:gd name="csX8" fmla="*/ 943897 w 1543665"/>
                <a:gd name="csY8" fmla="*/ 589935 h 2035277"/>
                <a:gd name="csX9" fmla="*/ 1533832 w 1543665"/>
                <a:gd name="csY9" fmla="*/ 609600 h 2035277"/>
                <a:gd name="csX10" fmla="*/ 1543665 w 1543665"/>
                <a:gd name="csY10" fmla="*/ 2025445 h 2035277"/>
                <a:gd name="csX11" fmla="*/ 0 w 1543665"/>
                <a:gd name="csY11" fmla="*/ 2035277 h 2035277"/>
                <a:gd name="csX12" fmla="*/ 19665 w 1543665"/>
                <a:gd name="csY12" fmla="*/ 117987 h 2035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43665" h="2035277">
                  <a:moveTo>
                    <a:pt x="9832" y="0"/>
                  </a:moveTo>
                  <a:lnTo>
                    <a:pt x="9832" y="0"/>
                  </a:lnTo>
                  <a:cubicBezTo>
                    <a:pt x="36051" y="13110"/>
                    <a:pt x="60680" y="30059"/>
                    <a:pt x="88490" y="39329"/>
                  </a:cubicBezTo>
                  <a:cubicBezTo>
                    <a:pt x="235693" y="88396"/>
                    <a:pt x="344663" y="73104"/>
                    <a:pt x="511277" y="78658"/>
                  </a:cubicBezTo>
                  <a:cubicBezTo>
                    <a:pt x="616155" y="72103"/>
                    <a:pt x="720866" y="61832"/>
                    <a:pt x="825910" y="58993"/>
                  </a:cubicBezTo>
                  <a:cubicBezTo>
                    <a:pt x="837179" y="58688"/>
                    <a:pt x="900213" y="75111"/>
                    <a:pt x="914400" y="78658"/>
                  </a:cubicBezTo>
                  <a:cubicBezTo>
                    <a:pt x="924232" y="75380"/>
                    <a:pt x="933700" y="70679"/>
                    <a:pt x="943897" y="68825"/>
                  </a:cubicBezTo>
                  <a:cubicBezTo>
                    <a:pt x="969894" y="64098"/>
                    <a:pt x="1022555" y="58993"/>
                    <a:pt x="1022555" y="58993"/>
                  </a:cubicBezTo>
                  <a:lnTo>
                    <a:pt x="943897" y="589935"/>
                  </a:lnTo>
                  <a:lnTo>
                    <a:pt x="1533832" y="609600"/>
                  </a:lnTo>
                  <a:cubicBezTo>
                    <a:pt x="1537110" y="1081548"/>
                    <a:pt x="1540387" y="1553497"/>
                    <a:pt x="1543665" y="2025445"/>
                  </a:cubicBezTo>
                  <a:lnTo>
                    <a:pt x="0" y="2035277"/>
                  </a:lnTo>
                  <a:lnTo>
                    <a:pt x="19665" y="117987"/>
                  </a:ln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03A7A3A-E6AE-A0C6-169C-1822FF073E6E}"/>
                </a:ext>
              </a:extLst>
            </p:cNvPr>
            <p:cNvSpPr/>
            <p:nvPr/>
          </p:nvSpPr>
          <p:spPr>
            <a:xfrm>
              <a:off x="8610600" y="1473994"/>
              <a:ext cx="588169" cy="581025"/>
            </a:xfrm>
            <a:custGeom>
              <a:avLst/>
              <a:gdLst>
                <a:gd name="csX0" fmla="*/ 66675 w 588169"/>
                <a:gd name="csY0" fmla="*/ 0 h 581025"/>
                <a:gd name="csX1" fmla="*/ 588169 w 588169"/>
                <a:gd name="csY1" fmla="*/ 514350 h 581025"/>
                <a:gd name="csX2" fmla="*/ 0 w 588169"/>
                <a:gd name="csY2" fmla="*/ 581025 h 581025"/>
                <a:gd name="csX3" fmla="*/ 66675 w 588169"/>
                <a:gd name="csY3" fmla="*/ 0 h 581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8169" h="581025">
                  <a:moveTo>
                    <a:pt x="66675" y="0"/>
                  </a:moveTo>
                  <a:lnTo>
                    <a:pt x="588169" y="514350"/>
                  </a:lnTo>
                  <a:lnTo>
                    <a:pt x="0" y="5810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47" name="Graphic 45" descr="Paper with solid fill">
              <a:extLst>
                <a:ext uri="{FF2B5EF4-FFF2-40B4-BE49-F238E27FC236}">
                  <a16:creationId xmlns:a16="http://schemas.microsoft.com/office/drawing/2014/main" id="{C35506E9-37EC-3651-F3CD-27FA6FD07F53}"/>
                </a:ext>
              </a:extLst>
            </p:cNvPr>
            <p:cNvSpPr/>
            <p:nvPr/>
          </p:nvSpPr>
          <p:spPr>
            <a:xfrm>
              <a:off x="7639356" y="1399046"/>
              <a:ext cx="1671791" cy="2157150"/>
            </a:xfrm>
            <a:custGeom>
              <a:avLst/>
              <a:gdLst>
                <a:gd name="csX0" fmla="*/ 57150 w 590550"/>
                <a:gd name="csY0" fmla="*/ 704850 h 762000"/>
                <a:gd name="csX1" fmla="*/ 57150 w 590550"/>
                <a:gd name="csY1" fmla="*/ 57150 h 762000"/>
                <a:gd name="csX2" fmla="*/ 323850 w 590550"/>
                <a:gd name="csY2" fmla="*/ 57150 h 762000"/>
                <a:gd name="csX3" fmla="*/ 323850 w 590550"/>
                <a:gd name="csY3" fmla="*/ 257175 h 762000"/>
                <a:gd name="csX4" fmla="*/ 533400 w 590550"/>
                <a:gd name="csY4" fmla="*/ 257175 h 762000"/>
                <a:gd name="csX5" fmla="*/ 533400 w 590550"/>
                <a:gd name="csY5" fmla="*/ 704850 h 762000"/>
                <a:gd name="csX6" fmla="*/ 57150 w 590550"/>
                <a:gd name="csY6" fmla="*/ 704850 h 762000"/>
                <a:gd name="csX7" fmla="*/ 381000 w 590550"/>
                <a:gd name="csY7" fmla="*/ 80963 h 762000"/>
                <a:gd name="csX8" fmla="*/ 500063 w 590550"/>
                <a:gd name="csY8" fmla="*/ 200025 h 762000"/>
                <a:gd name="csX9" fmla="*/ 381000 w 590550"/>
                <a:gd name="csY9" fmla="*/ 200025 h 762000"/>
                <a:gd name="csX10" fmla="*/ 381000 w 590550"/>
                <a:gd name="csY10" fmla="*/ 80963 h 762000"/>
                <a:gd name="csX11" fmla="*/ 381000 w 590550"/>
                <a:gd name="csY11" fmla="*/ 0 h 762000"/>
                <a:gd name="csX12" fmla="*/ 0 w 590550"/>
                <a:gd name="csY12" fmla="*/ 0 h 762000"/>
                <a:gd name="csX13" fmla="*/ 0 w 590550"/>
                <a:gd name="csY13" fmla="*/ 762000 h 762000"/>
                <a:gd name="csX14" fmla="*/ 590550 w 590550"/>
                <a:gd name="csY14" fmla="*/ 762000 h 762000"/>
                <a:gd name="csX15" fmla="*/ 590550 w 590550"/>
                <a:gd name="csY15" fmla="*/ 209550 h 762000"/>
                <a:gd name="csX16" fmla="*/ 381000 w 5905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90550" h="762000">
                  <a:moveTo>
                    <a:pt x="57150" y="704850"/>
                  </a:moveTo>
                  <a:lnTo>
                    <a:pt x="57150" y="57150"/>
                  </a:lnTo>
                  <a:lnTo>
                    <a:pt x="323850" y="57150"/>
                  </a:lnTo>
                  <a:lnTo>
                    <a:pt x="323850" y="257175"/>
                  </a:lnTo>
                  <a:lnTo>
                    <a:pt x="533400" y="257175"/>
                  </a:lnTo>
                  <a:lnTo>
                    <a:pt x="533400" y="704850"/>
                  </a:lnTo>
                  <a:lnTo>
                    <a:pt x="57150" y="704850"/>
                  </a:lnTo>
                  <a:close/>
                  <a:moveTo>
                    <a:pt x="381000" y="80963"/>
                  </a:moveTo>
                  <a:lnTo>
                    <a:pt x="500063" y="200025"/>
                  </a:lnTo>
                  <a:lnTo>
                    <a:pt x="381000" y="200025"/>
                  </a:lnTo>
                  <a:lnTo>
                    <a:pt x="381000" y="80963"/>
                  </a:lnTo>
                  <a:close/>
                  <a:moveTo>
                    <a:pt x="3810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590550" y="762000"/>
                  </a:lnTo>
                  <a:lnTo>
                    <a:pt x="590550" y="20955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fr-CA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F0B2512-63E7-5FA0-D0AB-9C542EAFAF24}"/>
              </a:ext>
            </a:extLst>
          </p:cNvPr>
          <p:cNvSpPr txBox="1"/>
          <p:nvPr/>
        </p:nvSpPr>
        <p:spPr>
          <a:xfrm>
            <a:off x="5513962" y="3354308"/>
            <a:ext cx="569082" cy="1235720"/>
          </a:xfrm>
          <a:custGeom>
            <a:avLst/>
            <a:gdLst/>
            <a:ahLst/>
            <a:cxnLst/>
            <a:rect l="l" t="t" r="r" b="b"/>
            <a:pathLst>
              <a:path w="569082" h="1235720">
                <a:moveTo>
                  <a:pt x="101836" y="1056866"/>
                </a:moveTo>
                <a:lnTo>
                  <a:pt x="345728" y="1056866"/>
                </a:lnTo>
                <a:lnTo>
                  <a:pt x="345728" y="1235720"/>
                </a:lnTo>
                <a:lnTo>
                  <a:pt x="101836" y="1235720"/>
                </a:lnTo>
                <a:close/>
                <a:moveTo>
                  <a:pt x="276411" y="0"/>
                </a:moveTo>
                <a:cubicBezTo>
                  <a:pt x="368833" y="0"/>
                  <a:pt x="440717" y="15974"/>
                  <a:pt x="492063" y="47923"/>
                </a:cubicBezTo>
                <a:cubicBezTo>
                  <a:pt x="543409" y="79871"/>
                  <a:pt x="569082" y="143483"/>
                  <a:pt x="569082" y="238758"/>
                </a:cubicBezTo>
                <a:lnTo>
                  <a:pt x="569082" y="396218"/>
                </a:lnTo>
                <a:cubicBezTo>
                  <a:pt x="569082" y="447564"/>
                  <a:pt x="560698" y="491493"/>
                  <a:pt x="543930" y="528005"/>
                </a:cubicBezTo>
                <a:cubicBezTo>
                  <a:pt x="527163" y="564518"/>
                  <a:pt x="488943" y="617290"/>
                  <a:pt x="429272" y="686321"/>
                </a:cubicBezTo>
                <a:cubicBezTo>
                  <a:pt x="389488" y="732532"/>
                  <a:pt x="365618" y="773609"/>
                  <a:pt x="357662" y="809551"/>
                </a:cubicBezTo>
                <a:cubicBezTo>
                  <a:pt x="349706" y="845493"/>
                  <a:pt x="345728" y="911101"/>
                  <a:pt x="345728" y="1006376"/>
                </a:cubicBezTo>
                <a:lnTo>
                  <a:pt x="101836" y="1006376"/>
                </a:lnTo>
                <a:lnTo>
                  <a:pt x="101836" y="973001"/>
                </a:lnTo>
                <a:cubicBezTo>
                  <a:pt x="101836" y="886855"/>
                  <a:pt x="107113" y="822815"/>
                  <a:pt x="117667" y="780883"/>
                </a:cubicBezTo>
                <a:cubicBezTo>
                  <a:pt x="128222" y="738951"/>
                  <a:pt x="165733" y="677764"/>
                  <a:pt x="230200" y="597322"/>
                </a:cubicBezTo>
                <a:cubicBezTo>
                  <a:pt x="286680" y="527150"/>
                  <a:pt x="314920" y="469528"/>
                  <a:pt x="314920" y="424458"/>
                </a:cubicBezTo>
                <a:lnTo>
                  <a:pt x="314920" y="203672"/>
                </a:lnTo>
                <a:cubicBezTo>
                  <a:pt x="314920" y="179140"/>
                  <a:pt x="301656" y="166874"/>
                  <a:pt x="275128" y="166874"/>
                </a:cubicBezTo>
                <a:cubicBezTo>
                  <a:pt x="248599" y="166874"/>
                  <a:pt x="235335" y="179140"/>
                  <a:pt x="235335" y="203672"/>
                </a:cubicBezTo>
                <a:lnTo>
                  <a:pt x="235335" y="516880"/>
                </a:lnTo>
                <a:lnTo>
                  <a:pt x="0" y="516880"/>
                </a:lnTo>
                <a:lnTo>
                  <a:pt x="0" y="217364"/>
                </a:lnTo>
                <a:cubicBezTo>
                  <a:pt x="0" y="72455"/>
                  <a:pt x="92137" y="0"/>
                  <a:pt x="276411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CA" sz="13800" dirty="0">
              <a:latin typeface="Haettenschweiler" panose="020B0706040902060204" pitchFamily="34" charset="0"/>
            </a:endParaRPr>
          </a:p>
        </p:txBody>
      </p:sp>
      <p:pic>
        <p:nvPicPr>
          <p:cNvPr id="55" name="Graphic 54" descr="Open folder with solid fill">
            <a:extLst>
              <a:ext uri="{FF2B5EF4-FFF2-40B4-BE49-F238E27FC236}">
                <a16:creationId xmlns:a16="http://schemas.microsoft.com/office/drawing/2014/main" id="{549BBEBA-242D-8641-CB24-4EB4409B8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6177" y="3191118"/>
            <a:ext cx="914400" cy="914400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9C344247-C160-39E0-F572-99AC1051DB26}"/>
              </a:ext>
            </a:extLst>
          </p:cNvPr>
          <p:cNvGrpSpPr/>
          <p:nvPr/>
        </p:nvGrpSpPr>
        <p:grpSpPr>
          <a:xfrm>
            <a:off x="3000239" y="3757786"/>
            <a:ext cx="832242" cy="832242"/>
            <a:chOff x="1611721" y="3648318"/>
            <a:chExt cx="2440062" cy="244006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A9CE86F-33E1-CDD1-99A1-FE090C9AA9B5}"/>
                </a:ext>
              </a:extLst>
            </p:cNvPr>
            <p:cNvSpPr/>
            <p:nvPr/>
          </p:nvSpPr>
          <p:spPr>
            <a:xfrm>
              <a:off x="2331720" y="4777740"/>
              <a:ext cx="1158240" cy="1013460"/>
            </a:xfrm>
            <a:prstGeom prst="rect">
              <a:avLst/>
            </a:prstGeom>
            <a:solidFill>
              <a:srgbClr val="9999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AD8997B-6F40-7F2D-2F85-31742BA53D9F}"/>
                </a:ext>
              </a:extLst>
            </p:cNvPr>
            <p:cNvSpPr/>
            <p:nvPr/>
          </p:nvSpPr>
          <p:spPr>
            <a:xfrm>
              <a:off x="2103120" y="3764280"/>
              <a:ext cx="1501140" cy="10134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FC4078C-6B88-AD71-E20E-9AD2BAF23FA3}"/>
                </a:ext>
              </a:extLst>
            </p:cNvPr>
            <p:cNvSpPr/>
            <p:nvPr/>
          </p:nvSpPr>
          <p:spPr>
            <a:xfrm>
              <a:off x="1611721" y="3648318"/>
              <a:ext cx="2440062" cy="2440062"/>
            </a:xfrm>
            <a:custGeom>
              <a:avLst/>
              <a:gdLst>
                <a:gd name="csX0" fmla="*/ 295275 w 647700"/>
                <a:gd name="csY0" fmla="*/ 400050 h 647700"/>
                <a:gd name="csX1" fmla="*/ 352425 w 647700"/>
                <a:gd name="csY1" fmla="*/ 400050 h 647700"/>
                <a:gd name="csX2" fmla="*/ 352425 w 647700"/>
                <a:gd name="csY2" fmla="*/ 457200 h 647700"/>
                <a:gd name="csX3" fmla="*/ 295275 w 647700"/>
                <a:gd name="csY3" fmla="*/ 457200 h 647700"/>
                <a:gd name="csX4" fmla="*/ 323850 w 647700"/>
                <a:gd name="csY4" fmla="*/ 333375 h 647700"/>
                <a:gd name="csX5" fmla="*/ 228600 w 647700"/>
                <a:gd name="csY5" fmla="*/ 428625 h 647700"/>
                <a:gd name="csX6" fmla="*/ 323850 w 647700"/>
                <a:gd name="csY6" fmla="*/ 523875 h 647700"/>
                <a:gd name="csX7" fmla="*/ 419100 w 647700"/>
                <a:gd name="csY7" fmla="*/ 428625 h 647700"/>
                <a:gd name="csX8" fmla="*/ 323850 w 647700"/>
                <a:gd name="csY8" fmla="*/ 333375 h 647700"/>
                <a:gd name="csX9" fmla="*/ 190500 w 647700"/>
                <a:gd name="csY9" fmla="*/ 95250 h 647700"/>
                <a:gd name="csX10" fmla="*/ 247650 w 647700"/>
                <a:gd name="csY10" fmla="*/ 95250 h 647700"/>
                <a:gd name="csX11" fmla="*/ 247650 w 647700"/>
                <a:gd name="csY11" fmla="*/ 238125 h 647700"/>
                <a:gd name="csX12" fmla="*/ 190500 w 647700"/>
                <a:gd name="csY12" fmla="*/ 238125 h 647700"/>
                <a:gd name="csX13" fmla="*/ 152400 w 647700"/>
                <a:gd name="csY13" fmla="*/ 57150 h 647700"/>
                <a:gd name="csX14" fmla="*/ 152400 w 647700"/>
                <a:gd name="csY14" fmla="*/ 276225 h 647700"/>
                <a:gd name="csX15" fmla="*/ 495300 w 647700"/>
                <a:gd name="csY15" fmla="*/ 276225 h 647700"/>
                <a:gd name="csX16" fmla="*/ 495300 w 647700"/>
                <a:gd name="csY16" fmla="*/ 57150 h 647700"/>
                <a:gd name="csX17" fmla="*/ 95250 w 647700"/>
                <a:gd name="csY17" fmla="*/ 0 h 647700"/>
                <a:gd name="csX18" fmla="*/ 152400 w 647700"/>
                <a:gd name="csY18" fmla="*/ 0 h 647700"/>
                <a:gd name="csX19" fmla="*/ 495300 w 647700"/>
                <a:gd name="csY19" fmla="*/ 0 h 647700"/>
                <a:gd name="csX20" fmla="*/ 609600 w 647700"/>
                <a:gd name="csY20" fmla="*/ 0 h 647700"/>
                <a:gd name="csX21" fmla="*/ 647700 w 647700"/>
                <a:gd name="csY21" fmla="*/ 38100 h 647700"/>
                <a:gd name="csX22" fmla="*/ 647700 w 647700"/>
                <a:gd name="csY22" fmla="*/ 609600 h 647700"/>
                <a:gd name="csX23" fmla="*/ 609600 w 647700"/>
                <a:gd name="csY23" fmla="*/ 647700 h 647700"/>
                <a:gd name="csX24" fmla="*/ 38100 w 647700"/>
                <a:gd name="csY24" fmla="*/ 647700 h 647700"/>
                <a:gd name="csX25" fmla="*/ 0 w 647700"/>
                <a:gd name="csY25" fmla="*/ 609600 h 647700"/>
                <a:gd name="csX26" fmla="*/ 0 w 647700"/>
                <a:gd name="csY26" fmla="*/ 95250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647700" h="647700">
                  <a:moveTo>
                    <a:pt x="295275" y="400050"/>
                  </a:moveTo>
                  <a:lnTo>
                    <a:pt x="352425" y="400050"/>
                  </a:lnTo>
                  <a:lnTo>
                    <a:pt x="352425" y="457200"/>
                  </a:lnTo>
                  <a:lnTo>
                    <a:pt x="295275" y="457200"/>
                  </a:lnTo>
                  <a:close/>
                  <a:moveTo>
                    <a:pt x="323850" y="333375"/>
                  </a:moveTo>
                  <a:cubicBezTo>
                    <a:pt x="271463" y="333375"/>
                    <a:pt x="228600" y="376238"/>
                    <a:pt x="228600" y="428625"/>
                  </a:cubicBezTo>
                  <a:cubicBezTo>
                    <a:pt x="228600" y="481013"/>
                    <a:pt x="271463" y="523875"/>
                    <a:pt x="323850" y="523875"/>
                  </a:cubicBezTo>
                  <a:cubicBezTo>
                    <a:pt x="376238" y="523875"/>
                    <a:pt x="419100" y="481013"/>
                    <a:pt x="419100" y="428625"/>
                  </a:cubicBezTo>
                  <a:cubicBezTo>
                    <a:pt x="419100" y="376238"/>
                    <a:pt x="376238" y="333375"/>
                    <a:pt x="323850" y="333375"/>
                  </a:cubicBezTo>
                  <a:close/>
                  <a:moveTo>
                    <a:pt x="190500" y="95250"/>
                  </a:moveTo>
                  <a:lnTo>
                    <a:pt x="247650" y="95250"/>
                  </a:lnTo>
                  <a:lnTo>
                    <a:pt x="247650" y="238125"/>
                  </a:lnTo>
                  <a:lnTo>
                    <a:pt x="190500" y="238125"/>
                  </a:lnTo>
                  <a:close/>
                  <a:moveTo>
                    <a:pt x="152400" y="57150"/>
                  </a:moveTo>
                  <a:lnTo>
                    <a:pt x="152400" y="276225"/>
                  </a:lnTo>
                  <a:lnTo>
                    <a:pt x="495300" y="276225"/>
                  </a:lnTo>
                  <a:lnTo>
                    <a:pt x="495300" y="57150"/>
                  </a:lnTo>
                  <a:close/>
                  <a:moveTo>
                    <a:pt x="95250" y="0"/>
                  </a:moveTo>
                  <a:lnTo>
                    <a:pt x="152400" y="0"/>
                  </a:lnTo>
                  <a:lnTo>
                    <a:pt x="495300" y="0"/>
                  </a:lnTo>
                  <a:lnTo>
                    <a:pt x="609600" y="0"/>
                  </a:lnTo>
                  <a:cubicBezTo>
                    <a:pt x="630555" y="0"/>
                    <a:pt x="647700" y="17145"/>
                    <a:pt x="647700" y="38100"/>
                  </a:cubicBezTo>
                  <a:lnTo>
                    <a:pt x="647700" y="609600"/>
                  </a:lnTo>
                  <a:cubicBezTo>
                    <a:pt x="647700" y="630555"/>
                    <a:pt x="630555" y="647700"/>
                    <a:pt x="609600" y="647700"/>
                  </a:cubicBezTo>
                  <a:lnTo>
                    <a:pt x="38100" y="647700"/>
                  </a:lnTo>
                  <a:cubicBezTo>
                    <a:pt x="17145" y="647700"/>
                    <a:pt x="0" y="630555"/>
                    <a:pt x="0" y="609600"/>
                  </a:cubicBezTo>
                  <a:lnTo>
                    <a:pt x="0" y="95250"/>
                  </a:lnTo>
                  <a:close/>
                </a:path>
              </a:pathLst>
            </a:custGeom>
            <a:solidFill>
              <a:srgbClr val="333333"/>
            </a:solidFill>
            <a:ln w="9525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603778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Haettenschweiler</vt:lpstr>
      <vt:lpstr>Office Theme</vt:lpstr>
      <vt:lpstr>Couleurs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Bruneau</dc:creator>
  <cp:lastModifiedBy>Guy Bruneau</cp:lastModifiedBy>
  <cp:revision>5</cp:revision>
  <dcterms:created xsi:type="dcterms:W3CDTF">2026-02-07T23:55:01Z</dcterms:created>
  <dcterms:modified xsi:type="dcterms:W3CDTF">2026-02-08T02:07:10Z</dcterms:modified>
</cp:coreProperties>
</file>