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999999"/>
    <a:srgbClr val="333333"/>
    <a:srgbClr val="666666"/>
    <a:srgbClr val="BBBBBB"/>
    <a:srgbClr val="DDDDDD"/>
    <a:srgbClr val="FFFFFF"/>
    <a:srgbClr val="5F5F5F"/>
    <a:srgbClr val="777777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22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2B61-61B1-5B5D-3144-38EB95A1B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1DDAF-7817-B46F-CB40-BF51581C6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366ED-BAFB-64F7-5C46-9E85EFF72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2026-02-13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16326-8DB4-47A9-B2F4-94DCA147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66B1-6E1D-6090-26D8-472EC0CC0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063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E7280-7BD4-8E96-74CC-70B96294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E5933-9C03-A795-F20B-96B2192FD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3A4D8-2765-7684-9B5C-C6BE8187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2026-02-13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1115-FC31-57BA-59DC-3BFA41281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3EAF7-352F-2353-D319-4F96F99F7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87401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B4BD-290C-6132-11FD-0FA64A3D2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7B4BB-4B7C-2EC8-5705-267706582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5E14F-1461-C6FF-58ED-1B1367BB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2026-02-13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44556-F7A2-6488-CBDC-6BCA2735F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15D50-EA19-8AA0-D4F5-9366EAD2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8156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84962-F3C4-BCDF-8CD9-CC06836BE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BDF7F-D9FE-8779-77C2-7F9AE7E9A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6D758-3AE7-7B09-D261-DFA00853E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D72FB-508E-4F7E-E719-8E697853C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2026-02-13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BD14D-CFAE-779A-115C-D02F6A7B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B71C0-7CE1-3C31-1235-35159B94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7019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75AF-CD02-9923-F37F-9AAAA2C6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0B737-19C2-2D92-8338-33FE6EE2D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DDB54-1F7A-9A78-2C62-3D21EB6B3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D4C06-B5C4-92E7-5E25-57D47272C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497873-B3D6-E543-0C72-790BB8572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2EFDC0-5646-B165-45EE-BBA32747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2026-02-13</a:t>
            </a:fld>
            <a:endParaRPr lang="fr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B7E350-C2BF-C2E0-A80D-7AE88D99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91772-D405-9790-A3F7-1D7B80FF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74721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A37C6-6479-2BF2-EF39-428102CE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72E856-DBA3-F2AB-6186-169A1DB4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2026-02-13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892EE-2FE9-9136-1EEE-AFFEF5C0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B9482-A6F6-ABD5-10A0-ED048295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4255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36ABA6-EFB9-15FF-CECF-EBA2DF2DC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2026-02-13</a:t>
            </a:fld>
            <a:endParaRPr lang="fr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0F221A-DB4B-BA2F-38E0-63DFFCE8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E57B9-DC30-A18B-451F-89B103376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4356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6D53-0A22-A428-E9BA-41A19283A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3BC22-D43B-8AA6-59C5-F4741FF6D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E3C35-2E17-DA63-E6EE-9B5E35552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65E83-415D-DFB8-F9DA-06A5DBFC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2026-02-13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2218D-C20E-4CB6-6E13-2F8490C3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1DCA9-61CD-2B44-FB94-0138A919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7597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E122-038E-9865-D89B-7480B9A0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77DD18-319F-3F83-2C40-CD996ECDA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C95DB-72DC-A028-FAD0-C666DD955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5D464-EF71-38C9-9DB9-73053EE9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2026-02-13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15768-51FA-DBE6-0493-9D458BE1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3319D-FE3C-AB04-CEF1-D63291AF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2724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FFF8-3496-D88A-D41A-F299B5A5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31CB4-1664-F87D-ABB0-6318AE039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8BE3E-5797-4E3C-6502-9A0E578BD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2026-02-13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18CAB-720A-CA58-3E2D-69C80D3E7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FCAD3-28D6-EA8D-472A-F9755CE58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6256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ED2A38-2EA8-193A-2F82-58C5646F4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F159C-72EB-E849-0778-A473B71C6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96B90-A975-0C60-55F7-20FAC946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2026-02-13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6C9BC-14D2-6BB2-05A0-A21EB3E0C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42765-7658-D170-F598-CD70E4BDA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946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D1CB4E-D95F-3427-8554-AB06D7AD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B592C-7635-FE41-CDCB-6FEE3ED17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822D2-A832-14D3-6219-908BB5174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E456F-8AE8-4014-B338-718F1CA4F223}" type="datetimeFigureOut">
              <a:rPr lang="fr-CA" smtClean="0"/>
              <a:t>2026-02-13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6F6CF-A71F-21D7-F5AC-E63DC813C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B2F42-B61D-498B-9404-36E084DA0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801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44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0D561-E680-51F6-BE3B-25A45BC0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5FE553-D9DE-D4E0-0763-002D4B65A7E1}"/>
              </a:ext>
            </a:extLst>
          </p:cNvPr>
          <p:cNvSpPr>
            <a:spLocks noChangeAspect="1"/>
          </p:cNvSpPr>
          <p:nvPr/>
        </p:nvSpPr>
        <p:spPr>
          <a:xfrm>
            <a:off x="490601" y="295196"/>
            <a:ext cx="1440000" cy="14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EDAE91-FCB7-FAC8-F1D0-D0267D38BDF3}"/>
              </a:ext>
            </a:extLst>
          </p:cNvPr>
          <p:cNvSpPr>
            <a:spLocks noChangeAspect="1"/>
          </p:cNvSpPr>
          <p:nvPr/>
        </p:nvSpPr>
        <p:spPr>
          <a:xfrm>
            <a:off x="2280239" y="333277"/>
            <a:ext cx="1440000" cy="1440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012E825-5382-435B-F3D0-5AF9C64CABFC}"/>
              </a:ext>
            </a:extLst>
          </p:cNvPr>
          <p:cNvGrpSpPr/>
          <p:nvPr/>
        </p:nvGrpSpPr>
        <p:grpSpPr>
          <a:xfrm>
            <a:off x="6966673" y="1924634"/>
            <a:ext cx="1080000" cy="1080000"/>
            <a:chOff x="8491670" y="3710070"/>
            <a:chExt cx="1080000" cy="108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9E44E46-4F76-CA16-5849-13CCB33AD529}"/>
                </a:ext>
              </a:extLst>
            </p:cNvPr>
            <p:cNvSpPr/>
            <p:nvPr/>
          </p:nvSpPr>
          <p:spPr>
            <a:xfrm>
              <a:off x="9031670" y="3710070"/>
              <a:ext cx="540000" cy="1080000"/>
            </a:xfrm>
            <a:custGeom>
              <a:avLst/>
              <a:gdLst>
                <a:gd name="csX0" fmla="*/ 0 w 540000"/>
                <a:gd name="csY0" fmla="*/ 0 h 1080000"/>
                <a:gd name="csX1" fmla="*/ 540000 w 540000"/>
                <a:gd name="csY1" fmla="*/ 540000 h 1080000"/>
                <a:gd name="csX2" fmla="*/ 0 w 540000"/>
                <a:gd name="csY2" fmla="*/ 1080000 h 10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A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67551AD-D754-826C-BD0D-FF0EF522CC15}"/>
                </a:ext>
              </a:extLst>
            </p:cNvPr>
            <p:cNvSpPr/>
            <p:nvPr/>
          </p:nvSpPr>
          <p:spPr>
            <a:xfrm>
              <a:off x="8491670" y="3710070"/>
              <a:ext cx="540000" cy="1080000"/>
            </a:xfrm>
            <a:custGeom>
              <a:avLst/>
              <a:gdLst>
                <a:gd name="csX0" fmla="*/ 540000 w 540000"/>
                <a:gd name="csY0" fmla="*/ 0 h 1080000"/>
                <a:gd name="csX1" fmla="*/ 540000 w 540000"/>
                <a:gd name="csY1" fmla="*/ 1080000 h 1080000"/>
                <a:gd name="csX2" fmla="*/ 0 w 540000"/>
                <a:gd name="csY2" fmla="*/ 540000 h 1080000"/>
                <a:gd name="csX3" fmla="*/ 540000 w 540000"/>
                <a:gd name="csY3" fmla="*/ 0 h 10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0000" h="1080000">
                  <a:moveTo>
                    <a:pt x="540000" y="0"/>
                  </a:moveTo>
                  <a:lnTo>
                    <a:pt x="540000" y="1080000"/>
                  </a:ln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A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F174AE-55DF-D33C-2902-6EFF84699457}"/>
              </a:ext>
            </a:extLst>
          </p:cNvPr>
          <p:cNvGrpSpPr/>
          <p:nvPr/>
        </p:nvGrpSpPr>
        <p:grpSpPr>
          <a:xfrm>
            <a:off x="3228671" y="1966589"/>
            <a:ext cx="704791" cy="1078575"/>
            <a:chOff x="3060759" y="2067817"/>
            <a:chExt cx="485497" cy="742979"/>
          </a:xfrm>
        </p:grpSpPr>
        <p:sp>
          <p:nvSpPr>
            <p:cNvPr id="21" name="Frame 20">
              <a:extLst>
                <a:ext uri="{FF2B5EF4-FFF2-40B4-BE49-F238E27FC236}">
                  <a16:creationId xmlns:a16="http://schemas.microsoft.com/office/drawing/2014/main" id="{B2BF77C2-1897-B0A0-8050-D2600CA51319}"/>
                </a:ext>
              </a:extLst>
            </p:cNvPr>
            <p:cNvSpPr/>
            <p:nvPr/>
          </p:nvSpPr>
          <p:spPr>
            <a:xfrm>
              <a:off x="3060759" y="2455196"/>
              <a:ext cx="355600" cy="355600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>
                <a:solidFill>
                  <a:schemeClr val="tx1"/>
                </a:solidFill>
              </a:endParaRPr>
            </a:p>
          </p:txBody>
        </p:sp>
        <p:sp>
          <p:nvSpPr>
            <p:cNvPr id="20" name="Graphic 18" descr="Checkmark with solid fill">
              <a:extLst>
                <a:ext uri="{FF2B5EF4-FFF2-40B4-BE49-F238E27FC236}">
                  <a16:creationId xmlns:a16="http://schemas.microsoft.com/office/drawing/2014/main" id="{8973AA23-422C-E7E8-B3C9-C73C6C0365F7}"/>
                </a:ext>
              </a:extLst>
            </p:cNvPr>
            <p:cNvSpPr/>
            <p:nvPr/>
          </p:nvSpPr>
          <p:spPr>
            <a:xfrm>
              <a:off x="3086049" y="2067817"/>
              <a:ext cx="460207" cy="685741"/>
            </a:xfrm>
            <a:custGeom>
              <a:avLst/>
              <a:gdLst>
                <a:gd name="csX0" fmla="*/ 802958 w 880109"/>
                <a:gd name="csY0" fmla="*/ 0 h 618172"/>
                <a:gd name="csX1" fmla="*/ 315278 w 880109"/>
                <a:gd name="csY1" fmla="*/ 461010 h 618172"/>
                <a:gd name="csX2" fmla="*/ 80963 w 880109"/>
                <a:gd name="csY2" fmla="*/ 220980 h 618172"/>
                <a:gd name="csX3" fmla="*/ 0 w 880109"/>
                <a:gd name="csY3" fmla="*/ 298132 h 618172"/>
                <a:gd name="csX4" fmla="*/ 311468 w 880109"/>
                <a:gd name="csY4" fmla="*/ 618173 h 618172"/>
                <a:gd name="csX5" fmla="*/ 393383 w 880109"/>
                <a:gd name="csY5" fmla="*/ 541973 h 618172"/>
                <a:gd name="csX6" fmla="*/ 880110 w 880109"/>
                <a:gd name="csY6" fmla="*/ 80010 h 618172"/>
                <a:gd name="csX0" fmla="*/ 721995 w 799147"/>
                <a:gd name="csY0" fmla="*/ 0 h 618173"/>
                <a:gd name="csX1" fmla="*/ 234315 w 799147"/>
                <a:gd name="csY1" fmla="*/ 461010 h 618173"/>
                <a:gd name="csX2" fmla="*/ 0 w 799147"/>
                <a:gd name="csY2" fmla="*/ 220980 h 618173"/>
                <a:gd name="csX3" fmla="*/ 230505 w 799147"/>
                <a:gd name="csY3" fmla="*/ 618173 h 618173"/>
                <a:gd name="csX4" fmla="*/ 312420 w 799147"/>
                <a:gd name="csY4" fmla="*/ 541973 h 618173"/>
                <a:gd name="csX5" fmla="*/ 799147 w 799147"/>
                <a:gd name="csY5" fmla="*/ 80010 h 618173"/>
                <a:gd name="csX6" fmla="*/ 721995 w 799147"/>
                <a:gd name="csY6" fmla="*/ 0 h 618173"/>
                <a:gd name="csX0" fmla="*/ 476726 w 799147"/>
                <a:gd name="csY0" fmla="*/ 0 h 830104"/>
                <a:gd name="csX1" fmla="*/ 234315 w 799147"/>
                <a:gd name="csY1" fmla="*/ 672941 h 830104"/>
                <a:gd name="csX2" fmla="*/ 0 w 799147"/>
                <a:gd name="csY2" fmla="*/ 432911 h 830104"/>
                <a:gd name="csX3" fmla="*/ 230505 w 799147"/>
                <a:gd name="csY3" fmla="*/ 830104 h 830104"/>
                <a:gd name="csX4" fmla="*/ 312420 w 799147"/>
                <a:gd name="csY4" fmla="*/ 753904 h 830104"/>
                <a:gd name="csX5" fmla="*/ 799147 w 799147"/>
                <a:gd name="csY5" fmla="*/ 291941 h 830104"/>
                <a:gd name="csX6" fmla="*/ 476726 w 799147"/>
                <a:gd name="csY6" fmla="*/ 0 h 830104"/>
                <a:gd name="csX0" fmla="*/ 476726 w 575309"/>
                <a:gd name="csY0" fmla="*/ 27147 h 857251"/>
                <a:gd name="csX1" fmla="*/ 234315 w 575309"/>
                <a:gd name="csY1" fmla="*/ 700088 h 857251"/>
                <a:gd name="csX2" fmla="*/ 0 w 575309"/>
                <a:gd name="csY2" fmla="*/ 460058 h 857251"/>
                <a:gd name="csX3" fmla="*/ 230505 w 575309"/>
                <a:gd name="csY3" fmla="*/ 857251 h 857251"/>
                <a:gd name="csX4" fmla="*/ 312420 w 575309"/>
                <a:gd name="csY4" fmla="*/ 781051 h 857251"/>
                <a:gd name="csX5" fmla="*/ 575309 w 575309"/>
                <a:gd name="csY5" fmla="*/ 0 h 857251"/>
                <a:gd name="csX6" fmla="*/ 476726 w 575309"/>
                <a:gd name="csY6" fmla="*/ 27147 h 857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75309" h="857251">
                  <a:moveTo>
                    <a:pt x="476726" y="27147"/>
                  </a:moveTo>
                  <a:lnTo>
                    <a:pt x="234315" y="700088"/>
                  </a:lnTo>
                  <a:lnTo>
                    <a:pt x="0" y="460058"/>
                  </a:lnTo>
                  <a:lnTo>
                    <a:pt x="230505" y="857251"/>
                  </a:lnTo>
                  <a:lnTo>
                    <a:pt x="312420" y="781051"/>
                  </a:lnTo>
                  <a:lnTo>
                    <a:pt x="575309" y="0"/>
                  </a:lnTo>
                  <a:lnTo>
                    <a:pt x="476726" y="27147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fr-CA" dirty="0"/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1B05401-07FE-8D96-9B6C-48904822486A}"/>
              </a:ext>
            </a:extLst>
          </p:cNvPr>
          <p:cNvSpPr>
            <a:spLocks noChangeAspect="1"/>
          </p:cNvSpPr>
          <p:nvPr/>
        </p:nvSpPr>
        <p:spPr>
          <a:xfrm>
            <a:off x="4132182" y="1830434"/>
            <a:ext cx="1309732" cy="1296000"/>
          </a:xfrm>
          <a:custGeom>
            <a:avLst/>
            <a:gdLst>
              <a:gd name="csX0" fmla="*/ 937534 w 2291473"/>
              <a:gd name="csY0" fmla="*/ 710855 h 2267451"/>
              <a:gd name="csX1" fmla="*/ 1057022 w 2291473"/>
              <a:gd name="csY1" fmla="*/ 912362 h 2267451"/>
              <a:gd name="csX2" fmla="*/ 733807 w 2291473"/>
              <a:gd name="csY2" fmla="*/ 915483 h 2267451"/>
              <a:gd name="csX3" fmla="*/ 754552 w 2291473"/>
              <a:gd name="csY3" fmla="*/ 877262 h 2267451"/>
              <a:gd name="csX4" fmla="*/ 901283 w 2291473"/>
              <a:gd name="csY4" fmla="*/ 730531 h 2267451"/>
              <a:gd name="csX5" fmla="*/ 516015 w 2291473"/>
              <a:gd name="csY5" fmla="*/ 0 h 2267451"/>
              <a:gd name="csX6" fmla="*/ 659703 w 2291473"/>
              <a:gd name="csY6" fmla="*/ 242317 h 2267451"/>
              <a:gd name="csX7" fmla="*/ 687134 w 2291473"/>
              <a:gd name="csY7" fmla="*/ 225651 h 2267451"/>
              <a:gd name="csX8" fmla="*/ 1205008 w 2291473"/>
              <a:gd name="csY8" fmla="*/ 94521 h 2267451"/>
              <a:gd name="csX9" fmla="*/ 2291473 w 2291473"/>
              <a:gd name="csY9" fmla="*/ 1180986 h 2267451"/>
              <a:gd name="csX10" fmla="*/ 1205008 w 2291473"/>
              <a:gd name="csY10" fmla="*/ 2267451 h 2267451"/>
              <a:gd name="csX11" fmla="*/ 782107 w 2291473"/>
              <a:gd name="csY11" fmla="*/ 2182071 h 2267451"/>
              <a:gd name="csX12" fmla="*/ 702132 w 2291473"/>
              <a:gd name="csY12" fmla="*/ 2143546 h 2267451"/>
              <a:gd name="csX13" fmla="*/ 1114756 w 2291473"/>
              <a:gd name="csY13" fmla="*/ 1715120 h 2267451"/>
              <a:gd name="csX14" fmla="*/ 1205007 w 2291473"/>
              <a:gd name="csY14" fmla="*/ 1724218 h 2267451"/>
              <a:gd name="csX15" fmla="*/ 1748239 w 2291473"/>
              <a:gd name="csY15" fmla="*/ 1180986 h 2267451"/>
              <a:gd name="csX16" fmla="*/ 1205007 w 2291473"/>
              <a:gd name="csY16" fmla="*/ 637754 h 2267451"/>
              <a:gd name="csX17" fmla="*/ 993556 w 2291473"/>
              <a:gd name="csY17" fmla="*/ 680444 h 2267451"/>
              <a:gd name="csX18" fmla="*/ 937533 w 2291473"/>
              <a:gd name="csY18" fmla="*/ 710853 h 2267451"/>
              <a:gd name="csX19" fmla="*/ 937534 w 2291473"/>
              <a:gd name="csY19" fmla="*/ 710854 h 2267451"/>
              <a:gd name="csX20" fmla="*/ 901283 w 2291473"/>
              <a:gd name="csY20" fmla="*/ 730530 h 2267451"/>
              <a:gd name="csX21" fmla="*/ 754552 w 2291473"/>
              <a:gd name="csY21" fmla="*/ 877261 h 2267451"/>
              <a:gd name="csX22" fmla="*/ 733807 w 2291473"/>
              <a:gd name="csY22" fmla="*/ 915482 h 2267451"/>
              <a:gd name="csX23" fmla="*/ 151141 w 2291473"/>
              <a:gd name="csY23" fmla="*/ 921107 h 2267451"/>
              <a:gd name="csX24" fmla="*/ 161654 w 2291473"/>
              <a:gd name="csY24" fmla="*/ 880216 h 2267451"/>
              <a:gd name="csX25" fmla="*/ 151141 w 2291473"/>
              <a:gd name="csY25" fmla="*/ 921106 h 2267451"/>
              <a:gd name="csX26" fmla="*/ 151141 w 2291473"/>
              <a:gd name="csY26" fmla="*/ 921107 h 2267451"/>
              <a:gd name="csX27" fmla="*/ 151140 w 2291473"/>
              <a:gd name="csY27" fmla="*/ 921108 h 2267451"/>
              <a:gd name="csX28" fmla="*/ 0 w 2291473"/>
              <a:gd name="csY28" fmla="*/ 922567 h 2267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2291473" h="2267451">
                <a:moveTo>
                  <a:pt x="937534" y="710855"/>
                </a:moveTo>
                <a:lnTo>
                  <a:pt x="1057022" y="912362"/>
                </a:lnTo>
                <a:lnTo>
                  <a:pt x="733807" y="915483"/>
                </a:lnTo>
                <a:lnTo>
                  <a:pt x="754552" y="877262"/>
                </a:lnTo>
                <a:cubicBezTo>
                  <a:pt x="793602" y="819462"/>
                  <a:pt x="843483" y="769581"/>
                  <a:pt x="901283" y="730531"/>
                </a:cubicBezTo>
                <a:close/>
                <a:moveTo>
                  <a:pt x="516015" y="0"/>
                </a:moveTo>
                <a:lnTo>
                  <a:pt x="659703" y="242317"/>
                </a:lnTo>
                <a:lnTo>
                  <a:pt x="687134" y="225651"/>
                </a:lnTo>
                <a:cubicBezTo>
                  <a:pt x="841079" y="142024"/>
                  <a:pt x="1017496" y="94521"/>
                  <a:pt x="1205008" y="94521"/>
                </a:cubicBezTo>
                <a:cubicBezTo>
                  <a:pt x="1805046" y="94521"/>
                  <a:pt x="2291473" y="580948"/>
                  <a:pt x="2291473" y="1180986"/>
                </a:cubicBezTo>
                <a:cubicBezTo>
                  <a:pt x="2291473" y="1781024"/>
                  <a:pt x="1805046" y="2267451"/>
                  <a:pt x="1205008" y="2267451"/>
                </a:cubicBezTo>
                <a:cubicBezTo>
                  <a:pt x="1054999" y="2267451"/>
                  <a:pt x="912090" y="2237050"/>
                  <a:pt x="782107" y="2182071"/>
                </a:cubicBezTo>
                <a:lnTo>
                  <a:pt x="702132" y="2143546"/>
                </a:lnTo>
                <a:lnTo>
                  <a:pt x="1114756" y="1715120"/>
                </a:lnTo>
                <a:lnTo>
                  <a:pt x="1205007" y="1724218"/>
                </a:lnTo>
                <a:cubicBezTo>
                  <a:pt x="1505026" y="1724218"/>
                  <a:pt x="1748239" y="1481005"/>
                  <a:pt x="1748239" y="1180986"/>
                </a:cubicBezTo>
                <a:cubicBezTo>
                  <a:pt x="1748239" y="880967"/>
                  <a:pt x="1505026" y="637754"/>
                  <a:pt x="1205007" y="637754"/>
                </a:cubicBezTo>
                <a:cubicBezTo>
                  <a:pt x="1130002" y="637754"/>
                  <a:pt x="1058548" y="652955"/>
                  <a:pt x="993556" y="680444"/>
                </a:cubicBezTo>
                <a:lnTo>
                  <a:pt x="937533" y="710853"/>
                </a:lnTo>
                <a:lnTo>
                  <a:pt x="937534" y="710854"/>
                </a:lnTo>
                <a:lnTo>
                  <a:pt x="901283" y="730530"/>
                </a:lnTo>
                <a:cubicBezTo>
                  <a:pt x="843483" y="769580"/>
                  <a:pt x="793602" y="819461"/>
                  <a:pt x="754552" y="877261"/>
                </a:cubicBezTo>
                <a:lnTo>
                  <a:pt x="733807" y="915482"/>
                </a:lnTo>
                <a:lnTo>
                  <a:pt x="151141" y="921107"/>
                </a:lnTo>
                <a:lnTo>
                  <a:pt x="161654" y="880216"/>
                </a:lnTo>
                <a:lnTo>
                  <a:pt x="151141" y="921106"/>
                </a:lnTo>
                <a:lnTo>
                  <a:pt x="151141" y="921107"/>
                </a:lnTo>
                <a:lnTo>
                  <a:pt x="151140" y="921108"/>
                </a:lnTo>
                <a:lnTo>
                  <a:pt x="0" y="9225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ADCD418-91DE-685E-427F-A9F3C8A773D5}"/>
              </a:ext>
            </a:extLst>
          </p:cNvPr>
          <p:cNvGrpSpPr/>
          <p:nvPr/>
        </p:nvGrpSpPr>
        <p:grpSpPr>
          <a:xfrm>
            <a:off x="5686578" y="1936348"/>
            <a:ext cx="818844" cy="1056573"/>
            <a:chOff x="7639356" y="1399046"/>
            <a:chExt cx="1671791" cy="215715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D1B1ACE-F14E-18D0-DAD1-4780739E264D}"/>
                </a:ext>
              </a:extLst>
            </p:cNvPr>
            <p:cNvSpPr/>
            <p:nvPr/>
          </p:nvSpPr>
          <p:spPr>
            <a:xfrm>
              <a:off x="7698658" y="1435510"/>
              <a:ext cx="1543665" cy="2035277"/>
            </a:xfrm>
            <a:custGeom>
              <a:avLst/>
              <a:gdLst>
                <a:gd name="csX0" fmla="*/ 9832 w 1543665"/>
                <a:gd name="csY0" fmla="*/ 0 h 2035277"/>
                <a:gd name="csX1" fmla="*/ 9832 w 1543665"/>
                <a:gd name="csY1" fmla="*/ 0 h 2035277"/>
                <a:gd name="csX2" fmla="*/ 88490 w 1543665"/>
                <a:gd name="csY2" fmla="*/ 39329 h 2035277"/>
                <a:gd name="csX3" fmla="*/ 511277 w 1543665"/>
                <a:gd name="csY3" fmla="*/ 78658 h 2035277"/>
                <a:gd name="csX4" fmla="*/ 825910 w 1543665"/>
                <a:gd name="csY4" fmla="*/ 58993 h 2035277"/>
                <a:gd name="csX5" fmla="*/ 914400 w 1543665"/>
                <a:gd name="csY5" fmla="*/ 78658 h 2035277"/>
                <a:gd name="csX6" fmla="*/ 943897 w 1543665"/>
                <a:gd name="csY6" fmla="*/ 68825 h 2035277"/>
                <a:gd name="csX7" fmla="*/ 1022555 w 1543665"/>
                <a:gd name="csY7" fmla="*/ 58993 h 2035277"/>
                <a:gd name="csX8" fmla="*/ 943897 w 1543665"/>
                <a:gd name="csY8" fmla="*/ 589935 h 2035277"/>
                <a:gd name="csX9" fmla="*/ 1533832 w 1543665"/>
                <a:gd name="csY9" fmla="*/ 609600 h 2035277"/>
                <a:gd name="csX10" fmla="*/ 1543665 w 1543665"/>
                <a:gd name="csY10" fmla="*/ 2025445 h 2035277"/>
                <a:gd name="csX11" fmla="*/ 0 w 1543665"/>
                <a:gd name="csY11" fmla="*/ 2035277 h 2035277"/>
                <a:gd name="csX12" fmla="*/ 19665 w 1543665"/>
                <a:gd name="csY12" fmla="*/ 117987 h 2035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43665" h="2035277">
                  <a:moveTo>
                    <a:pt x="9832" y="0"/>
                  </a:moveTo>
                  <a:lnTo>
                    <a:pt x="9832" y="0"/>
                  </a:lnTo>
                  <a:cubicBezTo>
                    <a:pt x="36051" y="13110"/>
                    <a:pt x="60680" y="30059"/>
                    <a:pt x="88490" y="39329"/>
                  </a:cubicBezTo>
                  <a:cubicBezTo>
                    <a:pt x="235693" y="88396"/>
                    <a:pt x="344663" y="73104"/>
                    <a:pt x="511277" y="78658"/>
                  </a:cubicBezTo>
                  <a:cubicBezTo>
                    <a:pt x="616155" y="72103"/>
                    <a:pt x="720866" y="61832"/>
                    <a:pt x="825910" y="58993"/>
                  </a:cubicBezTo>
                  <a:cubicBezTo>
                    <a:pt x="837179" y="58688"/>
                    <a:pt x="900213" y="75111"/>
                    <a:pt x="914400" y="78658"/>
                  </a:cubicBezTo>
                  <a:cubicBezTo>
                    <a:pt x="924232" y="75380"/>
                    <a:pt x="933700" y="70679"/>
                    <a:pt x="943897" y="68825"/>
                  </a:cubicBezTo>
                  <a:cubicBezTo>
                    <a:pt x="969894" y="64098"/>
                    <a:pt x="1022555" y="58993"/>
                    <a:pt x="1022555" y="58993"/>
                  </a:cubicBezTo>
                  <a:lnTo>
                    <a:pt x="943897" y="589935"/>
                  </a:lnTo>
                  <a:lnTo>
                    <a:pt x="1533832" y="609600"/>
                  </a:lnTo>
                  <a:cubicBezTo>
                    <a:pt x="1537110" y="1081548"/>
                    <a:pt x="1540387" y="1553497"/>
                    <a:pt x="1543665" y="2025445"/>
                  </a:cubicBezTo>
                  <a:lnTo>
                    <a:pt x="0" y="2035277"/>
                  </a:lnTo>
                  <a:lnTo>
                    <a:pt x="19665" y="117987"/>
                  </a:ln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03A7A3A-E6AE-A0C6-169C-1822FF073E6E}"/>
                </a:ext>
              </a:extLst>
            </p:cNvPr>
            <p:cNvSpPr/>
            <p:nvPr/>
          </p:nvSpPr>
          <p:spPr>
            <a:xfrm>
              <a:off x="8610600" y="1473994"/>
              <a:ext cx="588169" cy="581025"/>
            </a:xfrm>
            <a:custGeom>
              <a:avLst/>
              <a:gdLst>
                <a:gd name="csX0" fmla="*/ 66675 w 588169"/>
                <a:gd name="csY0" fmla="*/ 0 h 581025"/>
                <a:gd name="csX1" fmla="*/ 588169 w 588169"/>
                <a:gd name="csY1" fmla="*/ 514350 h 581025"/>
                <a:gd name="csX2" fmla="*/ 0 w 588169"/>
                <a:gd name="csY2" fmla="*/ 581025 h 581025"/>
                <a:gd name="csX3" fmla="*/ 66675 w 588169"/>
                <a:gd name="csY3" fmla="*/ 0 h 581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8169" h="581025">
                  <a:moveTo>
                    <a:pt x="66675" y="0"/>
                  </a:moveTo>
                  <a:lnTo>
                    <a:pt x="588169" y="514350"/>
                  </a:lnTo>
                  <a:lnTo>
                    <a:pt x="0" y="5810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7" name="Graphic 45" descr="Paper with solid fill">
              <a:extLst>
                <a:ext uri="{FF2B5EF4-FFF2-40B4-BE49-F238E27FC236}">
                  <a16:creationId xmlns:a16="http://schemas.microsoft.com/office/drawing/2014/main" id="{C35506E9-37EC-3651-F3CD-27FA6FD07F53}"/>
                </a:ext>
              </a:extLst>
            </p:cNvPr>
            <p:cNvSpPr/>
            <p:nvPr/>
          </p:nvSpPr>
          <p:spPr>
            <a:xfrm>
              <a:off x="7639356" y="1399046"/>
              <a:ext cx="1671791" cy="2157150"/>
            </a:xfrm>
            <a:custGeom>
              <a:avLst/>
              <a:gdLst>
                <a:gd name="csX0" fmla="*/ 57150 w 590550"/>
                <a:gd name="csY0" fmla="*/ 704850 h 762000"/>
                <a:gd name="csX1" fmla="*/ 57150 w 590550"/>
                <a:gd name="csY1" fmla="*/ 57150 h 762000"/>
                <a:gd name="csX2" fmla="*/ 323850 w 590550"/>
                <a:gd name="csY2" fmla="*/ 57150 h 762000"/>
                <a:gd name="csX3" fmla="*/ 323850 w 590550"/>
                <a:gd name="csY3" fmla="*/ 257175 h 762000"/>
                <a:gd name="csX4" fmla="*/ 533400 w 590550"/>
                <a:gd name="csY4" fmla="*/ 257175 h 762000"/>
                <a:gd name="csX5" fmla="*/ 533400 w 590550"/>
                <a:gd name="csY5" fmla="*/ 704850 h 762000"/>
                <a:gd name="csX6" fmla="*/ 57150 w 590550"/>
                <a:gd name="csY6" fmla="*/ 704850 h 762000"/>
                <a:gd name="csX7" fmla="*/ 381000 w 590550"/>
                <a:gd name="csY7" fmla="*/ 80963 h 762000"/>
                <a:gd name="csX8" fmla="*/ 500063 w 590550"/>
                <a:gd name="csY8" fmla="*/ 200025 h 762000"/>
                <a:gd name="csX9" fmla="*/ 381000 w 590550"/>
                <a:gd name="csY9" fmla="*/ 200025 h 762000"/>
                <a:gd name="csX10" fmla="*/ 381000 w 590550"/>
                <a:gd name="csY10" fmla="*/ 80963 h 762000"/>
                <a:gd name="csX11" fmla="*/ 381000 w 590550"/>
                <a:gd name="csY11" fmla="*/ 0 h 762000"/>
                <a:gd name="csX12" fmla="*/ 0 w 590550"/>
                <a:gd name="csY12" fmla="*/ 0 h 762000"/>
                <a:gd name="csX13" fmla="*/ 0 w 590550"/>
                <a:gd name="csY13" fmla="*/ 762000 h 762000"/>
                <a:gd name="csX14" fmla="*/ 590550 w 590550"/>
                <a:gd name="csY14" fmla="*/ 762000 h 762000"/>
                <a:gd name="csX15" fmla="*/ 590550 w 590550"/>
                <a:gd name="csY15" fmla="*/ 209550 h 762000"/>
                <a:gd name="csX16" fmla="*/ 381000 w 590550"/>
                <a:gd name="csY16" fmla="*/ 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90550" h="762000">
                  <a:moveTo>
                    <a:pt x="57150" y="704850"/>
                  </a:moveTo>
                  <a:lnTo>
                    <a:pt x="57150" y="57150"/>
                  </a:lnTo>
                  <a:lnTo>
                    <a:pt x="323850" y="57150"/>
                  </a:lnTo>
                  <a:lnTo>
                    <a:pt x="323850" y="257175"/>
                  </a:lnTo>
                  <a:lnTo>
                    <a:pt x="533400" y="257175"/>
                  </a:lnTo>
                  <a:lnTo>
                    <a:pt x="533400" y="704850"/>
                  </a:lnTo>
                  <a:lnTo>
                    <a:pt x="57150" y="704850"/>
                  </a:lnTo>
                  <a:close/>
                  <a:moveTo>
                    <a:pt x="381000" y="80963"/>
                  </a:moveTo>
                  <a:lnTo>
                    <a:pt x="500063" y="200025"/>
                  </a:lnTo>
                  <a:lnTo>
                    <a:pt x="381000" y="200025"/>
                  </a:lnTo>
                  <a:lnTo>
                    <a:pt x="381000" y="80963"/>
                  </a:lnTo>
                  <a:close/>
                  <a:moveTo>
                    <a:pt x="3810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590550" y="762000"/>
                  </a:lnTo>
                  <a:lnTo>
                    <a:pt x="590550" y="2095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fr-CA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F0B2512-63E7-5FA0-D0AB-9C542EAFAF24}"/>
              </a:ext>
            </a:extLst>
          </p:cNvPr>
          <p:cNvSpPr txBox="1">
            <a:spLocks noChangeAspect="1"/>
          </p:cNvSpPr>
          <p:nvPr/>
        </p:nvSpPr>
        <p:spPr>
          <a:xfrm>
            <a:off x="10167235" y="2016376"/>
            <a:ext cx="497369" cy="1080000"/>
          </a:xfrm>
          <a:custGeom>
            <a:avLst/>
            <a:gdLst/>
            <a:ahLst/>
            <a:cxnLst/>
            <a:rect l="l" t="t" r="r" b="b"/>
            <a:pathLst>
              <a:path w="569082" h="1235720">
                <a:moveTo>
                  <a:pt x="101836" y="1056866"/>
                </a:moveTo>
                <a:lnTo>
                  <a:pt x="345728" y="1056866"/>
                </a:lnTo>
                <a:lnTo>
                  <a:pt x="345728" y="1235720"/>
                </a:lnTo>
                <a:lnTo>
                  <a:pt x="101836" y="1235720"/>
                </a:lnTo>
                <a:close/>
                <a:moveTo>
                  <a:pt x="276411" y="0"/>
                </a:moveTo>
                <a:cubicBezTo>
                  <a:pt x="368833" y="0"/>
                  <a:pt x="440717" y="15974"/>
                  <a:pt x="492063" y="47923"/>
                </a:cubicBezTo>
                <a:cubicBezTo>
                  <a:pt x="543409" y="79871"/>
                  <a:pt x="569082" y="143483"/>
                  <a:pt x="569082" y="238758"/>
                </a:cubicBezTo>
                <a:lnTo>
                  <a:pt x="569082" y="396218"/>
                </a:lnTo>
                <a:cubicBezTo>
                  <a:pt x="569082" y="447564"/>
                  <a:pt x="560698" y="491493"/>
                  <a:pt x="543930" y="528005"/>
                </a:cubicBezTo>
                <a:cubicBezTo>
                  <a:pt x="527163" y="564518"/>
                  <a:pt x="488943" y="617290"/>
                  <a:pt x="429272" y="686321"/>
                </a:cubicBezTo>
                <a:cubicBezTo>
                  <a:pt x="389488" y="732532"/>
                  <a:pt x="365618" y="773609"/>
                  <a:pt x="357662" y="809551"/>
                </a:cubicBezTo>
                <a:cubicBezTo>
                  <a:pt x="349706" y="845493"/>
                  <a:pt x="345728" y="911101"/>
                  <a:pt x="345728" y="1006376"/>
                </a:cubicBezTo>
                <a:lnTo>
                  <a:pt x="101836" y="1006376"/>
                </a:lnTo>
                <a:lnTo>
                  <a:pt x="101836" y="973001"/>
                </a:lnTo>
                <a:cubicBezTo>
                  <a:pt x="101836" y="886855"/>
                  <a:pt x="107113" y="822815"/>
                  <a:pt x="117667" y="780883"/>
                </a:cubicBezTo>
                <a:cubicBezTo>
                  <a:pt x="128222" y="738951"/>
                  <a:pt x="165733" y="677764"/>
                  <a:pt x="230200" y="597322"/>
                </a:cubicBezTo>
                <a:cubicBezTo>
                  <a:pt x="286680" y="527150"/>
                  <a:pt x="314920" y="469528"/>
                  <a:pt x="314920" y="424458"/>
                </a:cubicBezTo>
                <a:lnTo>
                  <a:pt x="314920" y="203672"/>
                </a:lnTo>
                <a:cubicBezTo>
                  <a:pt x="314920" y="179140"/>
                  <a:pt x="301656" y="166874"/>
                  <a:pt x="275128" y="166874"/>
                </a:cubicBezTo>
                <a:cubicBezTo>
                  <a:pt x="248599" y="166874"/>
                  <a:pt x="235335" y="179140"/>
                  <a:pt x="235335" y="203672"/>
                </a:cubicBezTo>
                <a:lnTo>
                  <a:pt x="235335" y="516880"/>
                </a:lnTo>
                <a:lnTo>
                  <a:pt x="0" y="516880"/>
                </a:lnTo>
                <a:lnTo>
                  <a:pt x="0" y="217364"/>
                </a:lnTo>
                <a:cubicBezTo>
                  <a:pt x="0" y="72455"/>
                  <a:pt x="92137" y="0"/>
                  <a:pt x="276411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CA" sz="13800" dirty="0">
              <a:latin typeface="Haettenschweiler" panose="020B0706040902060204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C344247-C160-39E0-F572-99AC1051DB26}"/>
              </a:ext>
            </a:extLst>
          </p:cNvPr>
          <p:cNvGrpSpPr/>
          <p:nvPr/>
        </p:nvGrpSpPr>
        <p:grpSpPr>
          <a:xfrm>
            <a:off x="692589" y="2253024"/>
            <a:ext cx="832242" cy="832242"/>
            <a:chOff x="1611721" y="3648318"/>
            <a:chExt cx="2440062" cy="244006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A9CE86F-33E1-CDD1-99A1-FE090C9AA9B5}"/>
                </a:ext>
              </a:extLst>
            </p:cNvPr>
            <p:cNvSpPr/>
            <p:nvPr/>
          </p:nvSpPr>
          <p:spPr>
            <a:xfrm>
              <a:off x="2331720" y="4777740"/>
              <a:ext cx="1158240" cy="1013460"/>
            </a:xfrm>
            <a:prstGeom prst="rect">
              <a:avLst/>
            </a:prstGeom>
            <a:solidFill>
              <a:srgbClr val="9999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AD8997B-6F40-7F2D-2F85-31742BA53D9F}"/>
                </a:ext>
              </a:extLst>
            </p:cNvPr>
            <p:cNvSpPr/>
            <p:nvPr/>
          </p:nvSpPr>
          <p:spPr>
            <a:xfrm>
              <a:off x="2103120" y="3764280"/>
              <a:ext cx="1501140" cy="10134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FC4078C-6B88-AD71-E20E-9AD2BAF23FA3}"/>
                </a:ext>
              </a:extLst>
            </p:cNvPr>
            <p:cNvSpPr/>
            <p:nvPr/>
          </p:nvSpPr>
          <p:spPr>
            <a:xfrm>
              <a:off x="1611721" y="3648318"/>
              <a:ext cx="2440062" cy="2440062"/>
            </a:xfrm>
            <a:custGeom>
              <a:avLst/>
              <a:gdLst>
                <a:gd name="csX0" fmla="*/ 295275 w 647700"/>
                <a:gd name="csY0" fmla="*/ 400050 h 647700"/>
                <a:gd name="csX1" fmla="*/ 352425 w 647700"/>
                <a:gd name="csY1" fmla="*/ 400050 h 647700"/>
                <a:gd name="csX2" fmla="*/ 352425 w 647700"/>
                <a:gd name="csY2" fmla="*/ 457200 h 647700"/>
                <a:gd name="csX3" fmla="*/ 295275 w 647700"/>
                <a:gd name="csY3" fmla="*/ 457200 h 647700"/>
                <a:gd name="csX4" fmla="*/ 323850 w 647700"/>
                <a:gd name="csY4" fmla="*/ 333375 h 647700"/>
                <a:gd name="csX5" fmla="*/ 228600 w 647700"/>
                <a:gd name="csY5" fmla="*/ 428625 h 647700"/>
                <a:gd name="csX6" fmla="*/ 323850 w 647700"/>
                <a:gd name="csY6" fmla="*/ 523875 h 647700"/>
                <a:gd name="csX7" fmla="*/ 419100 w 647700"/>
                <a:gd name="csY7" fmla="*/ 428625 h 647700"/>
                <a:gd name="csX8" fmla="*/ 323850 w 647700"/>
                <a:gd name="csY8" fmla="*/ 333375 h 647700"/>
                <a:gd name="csX9" fmla="*/ 190500 w 647700"/>
                <a:gd name="csY9" fmla="*/ 95250 h 647700"/>
                <a:gd name="csX10" fmla="*/ 247650 w 647700"/>
                <a:gd name="csY10" fmla="*/ 95250 h 647700"/>
                <a:gd name="csX11" fmla="*/ 247650 w 647700"/>
                <a:gd name="csY11" fmla="*/ 238125 h 647700"/>
                <a:gd name="csX12" fmla="*/ 190500 w 647700"/>
                <a:gd name="csY12" fmla="*/ 238125 h 647700"/>
                <a:gd name="csX13" fmla="*/ 152400 w 647700"/>
                <a:gd name="csY13" fmla="*/ 57150 h 647700"/>
                <a:gd name="csX14" fmla="*/ 152400 w 647700"/>
                <a:gd name="csY14" fmla="*/ 276225 h 647700"/>
                <a:gd name="csX15" fmla="*/ 495300 w 647700"/>
                <a:gd name="csY15" fmla="*/ 276225 h 647700"/>
                <a:gd name="csX16" fmla="*/ 495300 w 647700"/>
                <a:gd name="csY16" fmla="*/ 57150 h 647700"/>
                <a:gd name="csX17" fmla="*/ 95250 w 647700"/>
                <a:gd name="csY17" fmla="*/ 0 h 647700"/>
                <a:gd name="csX18" fmla="*/ 152400 w 647700"/>
                <a:gd name="csY18" fmla="*/ 0 h 647700"/>
                <a:gd name="csX19" fmla="*/ 495300 w 647700"/>
                <a:gd name="csY19" fmla="*/ 0 h 647700"/>
                <a:gd name="csX20" fmla="*/ 609600 w 647700"/>
                <a:gd name="csY20" fmla="*/ 0 h 647700"/>
                <a:gd name="csX21" fmla="*/ 647700 w 647700"/>
                <a:gd name="csY21" fmla="*/ 38100 h 647700"/>
                <a:gd name="csX22" fmla="*/ 647700 w 647700"/>
                <a:gd name="csY22" fmla="*/ 609600 h 647700"/>
                <a:gd name="csX23" fmla="*/ 609600 w 647700"/>
                <a:gd name="csY23" fmla="*/ 647700 h 647700"/>
                <a:gd name="csX24" fmla="*/ 38100 w 647700"/>
                <a:gd name="csY24" fmla="*/ 647700 h 647700"/>
                <a:gd name="csX25" fmla="*/ 0 w 647700"/>
                <a:gd name="csY25" fmla="*/ 609600 h 647700"/>
                <a:gd name="csX26" fmla="*/ 0 w 647700"/>
                <a:gd name="csY26" fmla="*/ 95250 h 647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647700" h="647700">
                  <a:moveTo>
                    <a:pt x="295275" y="400050"/>
                  </a:moveTo>
                  <a:lnTo>
                    <a:pt x="352425" y="400050"/>
                  </a:lnTo>
                  <a:lnTo>
                    <a:pt x="352425" y="457200"/>
                  </a:lnTo>
                  <a:lnTo>
                    <a:pt x="295275" y="457200"/>
                  </a:lnTo>
                  <a:close/>
                  <a:moveTo>
                    <a:pt x="323850" y="333375"/>
                  </a:moveTo>
                  <a:cubicBezTo>
                    <a:pt x="271463" y="333375"/>
                    <a:pt x="228600" y="376238"/>
                    <a:pt x="228600" y="428625"/>
                  </a:cubicBezTo>
                  <a:cubicBezTo>
                    <a:pt x="228600" y="481013"/>
                    <a:pt x="271463" y="523875"/>
                    <a:pt x="323850" y="523875"/>
                  </a:cubicBezTo>
                  <a:cubicBezTo>
                    <a:pt x="376238" y="523875"/>
                    <a:pt x="419100" y="481013"/>
                    <a:pt x="419100" y="428625"/>
                  </a:cubicBezTo>
                  <a:cubicBezTo>
                    <a:pt x="419100" y="376238"/>
                    <a:pt x="376238" y="333375"/>
                    <a:pt x="323850" y="333375"/>
                  </a:cubicBezTo>
                  <a:close/>
                  <a:moveTo>
                    <a:pt x="190500" y="95250"/>
                  </a:moveTo>
                  <a:lnTo>
                    <a:pt x="247650" y="95250"/>
                  </a:lnTo>
                  <a:lnTo>
                    <a:pt x="247650" y="238125"/>
                  </a:lnTo>
                  <a:lnTo>
                    <a:pt x="190500" y="238125"/>
                  </a:lnTo>
                  <a:close/>
                  <a:moveTo>
                    <a:pt x="152400" y="57150"/>
                  </a:moveTo>
                  <a:lnTo>
                    <a:pt x="152400" y="276225"/>
                  </a:lnTo>
                  <a:lnTo>
                    <a:pt x="495300" y="276225"/>
                  </a:lnTo>
                  <a:lnTo>
                    <a:pt x="495300" y="57150"/>
                  </a:lnTo>
                  <a:close/>
                  <a:moveTo>
                    <a:pt x="95250" y="0"/>
                  </a:moveTo>
                  <a:lnTo>
                    <a:pt x="152400" y="0"/>
                  </a:lnTo>
                  <a:lnTo>
                    <a:pt x="495300" y="0"/>
                  </a:lnTo>
                  <a:lnTo>
                    <a:pt x="609600" y="0"/>
                  </a:lnTo>
                  <a:cubicBezTo>
                    <a:pt x="630555" y="0"/>
                    <a:pt x="647700" y="17145"/>
                    <a:pt x="647700" y="38100"/>
                  </a:cubicBezTo>
                  <a:lnTo>
                    <a:pt x="647700" y="609600"/>
                  </a:lnTo>
                  <a:cubicBezTo>
                    <a:pt x="647700" y="630555"/>
                    <a:pt x="630555" y="647700"/>
                    <a:pt x="609600" y="647700"/>
                  </a:cubicBezTo>
                  <a:lnTo>
                    <a:pt x="38100" y="647700"/>
                  </a:lnTo>
                  <a:cubicBezTo>
                    <a:pt x="17145" y="647700"/>
                    <a:pt x="0" y="630555"/>
                    <a:pt x="0" y="609600"/>
                  </a:cubicBezTo>
                  <a:lnTo>
                    <a:pt x="0" y="9525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fr-CA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CFAB5C8-A525-69D3-7013-1F655E45726F}"/>
              </a:ext>
            </a:extLst>
          </p:cNvPr>
          <p:cNvGrpSpPr/>
          <p:nvPr/>
        </p:nvGrpSpPr>
        <p:grpSpPr>
          <a:xfrm>
            <a:off x="8583139" y="2095784"/>
            <a:ext cx="1094767" cy="1090613"/>
            <a:chOff x="4234060" y="4446885"/>
            <a:chExt cx="1094767" cy="109061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3B5A199-377F-D780-1296-4A91605831B1}"/>
                </a:ext>
              </a:extLst>
            </p:cNvPr>
            <p:cNvGrpSpPr/>
            <p:nvPr/>
          </p:nvGrpSpPr>
          <p:grpSpPr>
            <a:xfrm>
              <a:off x="4234060" y="4446885"/>
              <a:ext cx="648652" cy="647700"/>
              <a:chOff x="4234060" y="4446885"/>
              <a:chExt cx="648652" cy="647700"/>
            </a:xfrm>
          </p:grpSpPr>
          <p:sp>
            <p:nvSpPr>
              <p:cNvPr id="6" name="Graphic 4" descr="Single gear with solid fill">
                <a:extLst>
                  <a:ext uri="{FF2B5EF4-FFF2-40B4-BE49-F238E27FC236}">
                    <a16:creationId xmlns:a16="http://schemas.microsoft.com/office/drawing/2014/main" id="{DD909409-EFBB-17F3-E32B-4F7641089989}"/>
                  </a:ext>
                </a:extLst>
              </p:cNvPr>
              <p:cNvSpPr/>
              <p:nvPr/>
            </p:nvSpPr>
            <p:spPr>
              <a:xfrm rot="1320000">
                <a:off x="4234060" y="4446885"/>
                <a:ext cx="648652" cy="647700"/>
              </a:xfrm>
              <a:custGeom>
                <a:avLst/>
                <a:gdLst>
                  <a:gd name="csX0" fmla="*/ 323850 w 648652"/>
                  <a:gd name="csY0" fmla="*/ 438150 h 647700"/>
                  <a:gd name="csX1" fmla="*/ 209550 w 648652"/>
                  <a:gd name="csY1" fmla="*/ 323850 h 647700"/>
                  <a:gd name="csX2" fmla="*/ 323850 w 648652"/>
                  <a:gd name="csY2" fmla="*/ 209550 h 647700"/>
                  <a:gd name="csX3" fmla="*/ 438150 w 648652"/>
                  <a:gd name="csY3" fmla="*/ 323850 h 647700"/>
                  <a:gd name="csX4" fmla="*/ 323850 w 648652"/>
                  <a:gd name="csY4" fmla="*/ 438150 h 647700"/>
                  <a:gd name="csX5" fmla="*/ 581025 w 648652"/>
                  <a:gd name="csY5" fmla="*/ 252413 h 647700"/>
                  <a:gd name="csX6" fmla="*/ 556260 w 648652"/>
                  <a:gd name="csY6" fmla="*/ 193358 h 647700"/>
                  <a:gd name="csX7" fmla="*/ 580073 w 648652"/>
                  <a:gd name="csY7" fmla="*/ 121920 h 647700"/>
                  <a:gd name="csX8" fmla="*/ 525780 w 648652"/>
                  <a:gd name="csY8" fmla="*/ 67628 h 647700"/>
                  <a:gd name="csX9" fmla="*/ 454343 w 648652"/>
                  <a:gd name="csY9" fmla="*/ 91440 h 647700"/>
                  <a:gd name="csX10" fmla="*/ 394335 w 648652"/>
                  <a:gd name="csY10" fmla="*/ 66675 h 647700"/>
                  <a:gd name="csX11" fmla="*/ 361950 w 648652"/>
                  <a:gd name="csY11" fmla="*/ 0 h 647700"/>
                  <a:gd name="csX12" fmla="*/ 285750 w 648652"/>
                  <a:gd name="csY12" fmla="*/ 0 h 647700"/>
                  <a:gd name="csX13" fmla="*/ 252413 w 648652"/>
                  <a:gd name="csY13" fmla="*/ 66675 h 647700"/>
                  <a:gd name="csX14" fmla="*/ 193358 w 648652"/>
                  <a:gd name="csY14" fmla="*/ 91440 h 647700"/>
                  <a:gd name="csX15" fmla="*/ 121920 w 648652"/>
                  <a:gd name="csY15" fmla="*/ 67628 h 647700"/>
                  <a:gd name="csX16" fmla="*/ 67628 w 648652"/>
                  <a:gd name="csY16" fmla="*/ 121920 h 647700"/>
                  <a:gd name="csX17" fmla="*/ 91440 w 648652"/>
                  <a:gd name="csY17" fmla="*/ 193358 h 647700"/>
                  <a:gd name="csX18" fmla="*/ 66675 w 648652"/>
                  <a:gd name="csY18" fmla="*/ 253365 h 647700"/>
                  <a:gd name="csX19" fmla="*/ 0 w 648652"/>
                  <a:gd name="csY19" fmla="*/ 285750 h 647700"/>
                  <a:gd name="csX20" fmla="*/ 0 w 648652"/>
                  <a:gd name="csY20" fmla="*/ 361950 h 647700"/>
                  <a:gd name="csX21" fmla="*/ 66675 w 648652"/>
                  <a:gd name="csY21" fmla="*/ 395288 h 647700"/>
                  <a:gd name="csX22" fmla="*/ 91440 w 648652"/>
                  <a:gd name="csY22" fmla="*/ 454343 h 647700"/>
                  <a:gd name="csX23" fmla="*/ 67628 w 648652"/>
                  <a:gd name="csY23" fmla="*/ 525780 h 647700"/>
                  <a:gd name="csX24" fmla="*/ 121920 w 648652"/>
                  <a:gd name="csY24" fmla="*/ 580073 h 647700"/>
                  <a:gd name="csX25" fmla="*/ 193358 w 648652"/>
                  <a:gd name="csY25" fmla="*/ 556260 h 647700"/>
                  <a:gd name="csX26" fmla="*/ 253365 w 648652"/>
                  <a:gd name="csY26" fmla="*/ 581025 h 647700"/>
                  <a:gd name="csX27" fmla="*/ 286703 w 648652"/>
                  <a:gd name="csY27" fmla="*/ 647700 h 647700"/>
                  <a:gd name="csX28" fmla="*/ 362903 w 648652"/>
                  <a:gd name="csY28" fmla="*/ 647700 h 647700"/>
                  <a:gd name="csX29" fmla="*/ 396240 w 648652"/>
                  <a:gd name="csY29" fmla="*/ 581025 h 647700"/>
                  <a:gd name="csX30" fmla="*/ 455295 w 648652"/>
                  <a:gd name="csY30" fmla="*/ 556260 h 647700"/>
                  <a:gd name="csX31" fmla="*/ 526733 w 648652"/>
                  <a:gd name="csY31" fmla="*/ 580073 h 647700"/>
                  <a:gd name="csX32" fmla="*/ 581025 w 648652"/>
                  <a:gd name="csY32" fmla="*/ 525780 h 647700"/>
                  <a:gd name="csX33" fmla="*/ 557213 w 648652"/>
                  <a:gd name="csY33" fmla="*/ 454343 h 647700"/>
                  <a:gd name="csX34" fmla="*/ 581978 w 648652"/>
                  <a:gd name="csY34" fmla="*/ 394335 h 647700"/>
                  <a:gd name="csX35" fmla="*/ 648653 w 648652"/>
                  <a:gd name="csY35" fmla="*/ 360998 h 647700"/>
                  <a:gd name="csX36" fmla="*/ 648653 w 648652"/>
                  <a:gd name="csY36" fmla="*/ 284798 h 647700"/>
                  <a:gd name="csX37" fmla="*/ 581025 w 648652"/>
                  <a:gd name="csY37" fmla="*/ 252413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648652" h="647700">
                    <a:moveTo>
                      <a:pt x="323850" y="438150"/>
                    </a:moveTo>
                    <a:cubicBezTo>
                      <a:pt x="260985" y="438150"/>
                      <a:pt x="209550" y="386715"/>
                      <a:pt x="209550" y="323850"/>
                    </a:cubicBezTo>
                    <a:cubicBezTo>
                      <a:pt x="209550" y="260985"/>
                      <a:pt x="260985" y="209550"/>
                      <a:pt x="323850" y="209550"/>
                    </a:cubicBezTo>
                    <a:cubicBezTo>
                      <a:pt x="386715" y="209550"/>
                      <a:pt x="438150" y="260985"/>
                      <a:pt x="438150" y="323850"/>
                    </a:cubicBezTo>
                    <a:cubicBezTo>
                      <a:pt x="438150" y="386715"/>
                      <a:pt x="386715" y="438150"/>
                      <a:pt x="323850" y="438150"/>
                    </a:cubicBezTo>
                    <a:close/>
                    <a:moveTo>
                      <a:pt x="581025" y="252413"/>
                    </a:moveTo>
                    <a:cubicBezTo>
                      <a:pt x="575310" y="231458"/>
                      <a:pt x="566738" y="211455"/>
                      <a:pt x="556260" y="193358"/>
                    </a:cubicBezTo>
                    <a:lnTo>
                      <a:pt x="580073" y="121920"/>
                    </a:lnTo>
                    <a:lnTo>
                      <a:pt x="525780" y="67628"/>
                    </a:lnTo>
                    <a:lnTo>
                      <a:pt x="454343" y="91440"/>
                    </a:lnTo>
                    <a:cubicBezTo>
                      <a:pt x="435293" y="80963"/>
                      <a:pt x="415290" y="72390"/>
                      <a:pt x="394335" y="66675"/>
                    </a:cubicBezTo>
                    <a:lnTo>
                      <a:pt x="361950" y="0"/>
                    </a:lnTo>
                    <a:lnTo>
                      <a:pt x="285750" y="0"/>
                    </a:lnTo>
                    <a:lnTo>
                      <a:pt x="252413" y="66675"/>
                    </a:lnTo>
                    <a:cubicBezTo>
                      <a:pt x="231458" y="72390"/>
                      <a:pt x="211455" y="80963"/>
                      <a:pt x="193358" y="91440"/>
                    </a:cubicBezTo>
                    <a:lnTo>
                      <a:pt x="121920" y="67628"/>
                    </a:lnTo>
                    <a:lnTo>
                      <a:pt x="67628" y="121920"/>
                    </a:lnTo>
                    <a:lnTo>
                      <a:pt x="91440" y="193358"/>
                    </a:lnTo>
                    <a:cubicBezTo>
                      <a:pt x="80963" y="212408"/>
                      <a:pt x="72390" y="232410"/>
                      <a:pt x="66675" y="253365"/>
                    </a:cubicBezTo>
                    <a:lnTo>
                      <a:pt x="0" y="285750"/>
                    </a:lnTo>
                    <a:lnTo>
                      <a:pt x="0" y="361950"/>
                    </a:lnTo>
                    <a:lnTo>
                      <a:pt x="66675" y="395288"/>
                    </a:lnTo>
                    <a:cubicBezTo>
                      <a:pt x="72390" y="416243"/>
                      <a:pt x="80963" y="436245"/>
                      <a:pt x="91440" y="454343"/>
                    </a:cubicBezTo>
                    <a:lnTo>
                      <a:pt x="67628" y="525780"/>
                    </a:lnTo>
                    <a:lnTo>
                      <a:pt x="121920" y="580073"/>
                    </a:lnTo>
                    <a:lnTo>
                      <a:pt x="193358" y="556260"/>
                    </a:lnTo>
                    <a:cubicBezTo>
                      <a:pt x="212408" y="566738"/>
                      <a:pt x="232410" y="575310"/>
                      <a:pt x="253365" y="581025"/>
                    </a:cubicBezTo>
                    <a:lnTo>
                      <a:pt x="286703" y="647700"/>
                    </a:lnTo>
                    <a:lnTo>
                      <a:pt x="362903" y="647700"/>
                    </a:lnTo>
                    <a:lnTo>
                      <a:pt x="396240" y="581025"/>
                    </a:lnTo>
                    <a:cubicBezTo>
                      <a:pt x="417195" y="575310"/>
                      <a:pt x="437198" y="566738"/>
                      <a:pt x="455295" y="556260"/>
                    </a:cubicBezTo>
                    <a:lnTo>
                      <a:pt x="526733" y="580073"/>
                    </a:lnTo>
                    <a:lnTo>
                      <a:pt x="581025" y="525780"/>
                    </a:lnTo>
                    <a:lnTo>
                      <a:pt x="557213" y="454343"/>
                    </a:lnTo>
                    <a:cubicBezTo>
                      <a:pt x="567690" y="435293"/>
                      <a:pt x="576263" y="415290"/>
                      <a:pt x="581978" y="394335"/>
                    </a:cubicBezTo>
                    <a:lnTo>
                      <a:pt x="648653" y="360998"/>
                    </a:lnTo>
                    <a:lnTo>
                      <a:pt x="648653" y="284798"/>
                    </a:lnTo>
                    <a:lnTo>
                      <a:pt x="581025" y="252413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D8E6B95-3889-5AE1-0A08-9D8C793BDDBD}"/>
                  </a:ext>
                </a:extLst>
              </p:cNvPr>
              <p:cNvSpPr/>
              <p:nvPr/>
            </p:nvSpPr>
            <p:spPr>
              <a:xfrm rot="1320000">
                <a:off x="4396223" y="4604048"/>
                <a:ext cx="324326" cy="333375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D566469-3BB2-694D-64F5-5CC8BDB9A931}"/>
                  </a:ext>
                </a:extLst>
              </p:cNvPr>
              <p:cNvSpPr/>
              <p:nvPr/>
            </p:nvSpPr>
            <p:spPr>
              <a:xfrm rot="1320000">
                <a:off x="4520835" y="4733184"/>
                <a:ext cx="75102" cy="7510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FFD0A8C-C5D8-C90B-B3C8-D6887FDB0979}"/>
                </a:ext>
              </a:extLst>
            </p:cNvPr>
            <p:cNvGrpSpPr/>
            <p:nvPr/>
          </p:nvGrpSpPr>
          <p:grpSpPr>
            <a:xfrm>
              <a:off x="4680175" y="4889798"/>
              <a:ext cx="648652" cy="647700"/>
              <a:chOff x="4680175" y="4889798"/>
              <a:chExt cx="648652" cy="6477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6F8E5C7-B704-6BC9-6C11-08B9BB801CD3}"/>
                  </a:ext>
                </a:extLst>
              </p:cNvPr>
              <p:cNvSpPr/>
              <p:nvPr/>
            </p:nvSpPr>
            <p:spPr>
              <a:xfrm>
                <a:off x="4842338" y="5046961"/>
                <a:ext cx="324326" cy="333375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19" name="Graphic 4" descr="Single gear with solid fill">
                <a:extLst>
                  <a:ext uri="{FF2B5EF4-FFF2-40B4-BE49-F238E27FC236}">
                    <a16:creationId xmlns:a16="http://schemas.microsoft.com/office/drawing/2014/main" id="{54CA11B5-5BB9-CCFF-D425-071D727033BE}"/>
                  </a:ext>
                </a:extLst>
              </p:cNvPr>
              <p:cNvSpPr/>
              <p:nvPr/>
            </p:nvSpPr>
            <p:spPr>
              <a:xfrm>
                <a:off x="4680175" y="4889798"/>
                <a:ext cx="648652" cy="647700"/>
              </a:xfrm>
              <a:custGeom>
                <a:avLst/>
                <a:gdLst>
                  <a:gd name="csX0" fmla="*/ 323850 w 648652"/>
                  <a:gd name="csY0" fmla="*/ 438150 h 647700"/>
                  <a:gd name="csX1" fmla="*/ 209550 w 648652"/>
                  <a:gd name="csY1" fmla="*/ 323850 h 647700"/>
                  <a:gd name="csX2" fmla="*/ 323850 w 648652"/>
                  <a:gd name="csY2" fmla="*/ 209550 h 647700"/>
                  <a:gd name="csX3" fmla="*/ 438150 w 648652"/>
                  <a:gd name="csY3" fmla="*/ 323850 h 647700"/>
                  <a:gd name="csX4" fmla="*/ 323850 w 648652"/>
                  <a:gd name="csY4" fmla="*/ 438150 h 647700"/>
                  <a:gd name="csX5" fmla="*/ 581025 w 648652"/>
                  <a:gd name="csY5" fmla="*/ 252413 h 647700"/>
                  <a:gd name="csX6" fmla="*/ 556260 w 648652"/>
                  <a:gd name="csY6" fmla="*/ 193358 h 647700"/>
                  <a:gd name="csX7" fmla="*/ 580073 w 648652"/>
                  <a:gd name="csY7" fmla="*/ 121920 h 647700"/>
                  <a:gd name="csX8" fmla="*/ 525780 w 648652"/>
                  <a:gd name="csY8" fmla="*/ 67628 h 647700"/>
                  <a:gd name="csX9" fmla="*/ 454343 w 648652"/>
                  <a:gd name="csY9" fmla="*/ 91440 h 647700"/>
                  <a:gd name="csX10" fmla="*/ 394335 w 648652"/>
                  <a:gd name="csY10" fmla="*/ 66675 h 647700"/>
                  <a:gd name="csX11" fmla="*/ 361950 w 648652"/>
                  <a:gd name="csY11" fmla="*/ 0 h 647700"/>
                  <a:gd name="csX12" fmla="*/ 285750 w 648652"/>
                  <a:gd name="csY12" fmla="*/ 0 h 647700"/>
                  <a:gd name="csX13" fmla="*/ 252413 w 648652"/>
                  <a:gd name="csY13" fmla="*/ 66675 h 647700"/>
                  <a:gd name="csX14" fmla="*/ 193358 w 648652"/>
                  <a:gd name="csY14" fmla="*/ 91440 h 647700"/>
                  <a:gd name="csX15" fmla="*/ 121920 w 648652"/>
                  <a:gd name="csY15" fmla="*/ 67628 h 647700"/>
                  <a:gd name="csX16" fmla="*/ 67628 w 648652"/>
                  <a:gd name="csY16" fmla="*/ 121920 h 647700"/>
                  <a:gd name="csX17" fmla="*/ 91440 w 648652"/>
                  <a:gd name="csY17" fmla="*/ 193358 h 647700"/>
                  <a:gd name="csX18" fmla="*/ 66675 w 648652"/>
                  <a:gd name="csY18" fmla="*/ 253365 h 647700"/>
                  <a:gd name="csX19" fmla="*/ 0 w 648652"/>
                  <a:gd name="csY19" fmla="*/ 285750 h 647700"/>
                  <a:gd name="csX20" fmla="*/ 0 w 648652"/>
                  <a:gd name="csY20" fmla="*/ 361950 h 647700"/>
                  <a:gd name="csX21" fmla="*/ 66675 w 648652"/>
                  <a:gd name="csY21" fmla="*/ 395288 h 647700"/>
                  <a:gd name="csX22" fmla="*/ 91440 w 648652"/>
                  <a:gd name="csY22" fmla="*/ 454343 h 647700"/>
                  <a:gd name="csX23" fmla="*/ 67628 w 648652"/>
                  <a:gd name="csY23" fmla="*/ 525780 h 647700"/>
                  <a:gd name="csX24" fmla="*/ 121920 w 648652"/>
                  <a:gd name="csY24" fmla="*/ 580073 h 647700"/>
                  <a:gd name="csX25" fmla="*/ 193358 w 648652"/>
                  <a:gd name="csY25" fmla="*/ 556260 h 647700"/>
                  <a:gd name="csX26" fmla="*/ 253365 w 648652"/>
                  <a:gd name="csY26" fmla="*/ 581025 h 647700"/>
                  <a:gd name="csX27" fmla="*/ 286703 w 648652"/>
                  <a:gd name="csY27" fmla="*/ 647700 h 647700"/>
                  <a:gd name="csX28" fmla="*/ 362903 w 648652"/>
                  <a:gd name="csY28" fmla="*/ 647700 h 647700"/>
                  <a:gd name="csX29" fmla="*/ 396240 w 648652"/>
                  <a:gd name="csY29" fmla="*/ 581025 h 647700"/>
                  <a:gd name="csX30" fmla="*/ 455295 w 648652"/>
                  <a:gd name="csY30" fmla="*/ 556260 h 647700"/>
                  <a:gd name="csX31" fmla="*/ 526733 w 648652"/>
                  <a:gd name="csY31" fmla="*/ 580073 h 647700"/>
                  <a:gd name="csX32" fmla="*/ 581025 w 648652"/>
                  <a:gd name="csY32" fmla="*/ 525780 h 647700"/>
                  <a:gd name="csX33" fmla="*/ 557213 w 648652"/>
                  <a:gd name="csY33" fmla="*/ 454343 h 647700"/>
                  <a:gd name="csX34" fmla="*/ 581978 w 648652"/>
                  <a:gd name="csY34" fmla="*/ 394335 h 647700"/>
                  <a:gd name="csX35" fmla="*/ 648653 w 648652"/>
                  <a:gd name="csY35" fmla="*/ 360998 h 647700"/>
                  <a:gd name="csX36" fmla="*/ 648653 w 648652"/>
                  <a:gd name="csY36" fmla="*/ 284798 h 647700"/>
                  <a:gd name="csX37" fmla="*/ 581025 w 648652"/>
                  <a:gd name="csY37" fmla="*/ 252413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648652" h="647700">
                    <a:moveTo>
                      <a:pt x="323850" y="438150"/>
                    </a:moveTo>
                    <a:cubicBezTo>
                      <a:pt x="260985" y="438150"/>
                      <a:pt x="209550" y="386715"/>
                      <a:pt x="209550" y="323850"/>
                    </a:cubicBezTo>
                    <a:cubicBezTo>
                      <a:pt x="209550" y="260985"/>
                      <a:pt x="260985" y="209550"/>
                      <a:pt x="323850" y="209550"/>
                    </a:cubicBezTo>
                    <a:cubicBezTo>
                      <a:pt x="386715" y="209550"/>
                      <a:pt x="438150" y="260985"/>
                      <a:pt x="438150" y="323850"/>
                    </a:cubicBezTo>
                    <a:cubicBezTo>
                      <a:pt x="438150" y="386715"/>
                      <a:pt x="386715" y="438150"/>
                      <a:pt x="323850" y="438150"/>
                    </a:cubicBezTo>
                    <a:close/>
                    <a:moveTo>
                      <a:pt x="581025" y="252413"/>
                    </a:moveTo>
                    <a:cubicBezTo>
                      <a:pt x="575310" y="231458"/>
                      <a:pt x="566738" y="211455"/>
                      <a:pt x="556260" y="193358"/>
                    </a:cubicBezTo>
                    <a:lnTo>
                      <a:pt x="580073" y="121920"/>
                    </a:lnTo>
                    <a:lnTo>
                      <a:pt x="525780" y="67628"/>
                    </a:lnTo>
                    <a:lnTo>
                      <a:pt x="454343" y="91440"/>
                    </a:lnTo>
                    <a:cubicBezTo>
                      <a:pt x="435293" y="80963"/>
                      <a:pt x="415290" y="72390"/>
                      <a:pt x="394335" y="66675"/>
                    </a:cubicBezTo>
                    <a:lnTo>
                      <a:pt x="361950" y="0"/>
                    </a:lnTo>
                    <a:lnTo>
                      <a:pt x="285750" y="0"/>
                    </a:lnTo>
                    <a:lnTo>
                      <a:pt x="252413" y="66675"/>
                    </a:lnTo>
                    <a:cubicBezTo>
                      <a:pt x="231458" y="72390"/>
                      <a:pt x="211455" y="80963"/>
                      <a:pt x="193358" y="91440"/>
                    </a:cubicBezTo>
                    <a:lnTo>
                      <a:pt x="121920" y="67628"/>
                    </a:lnTo>
                    <a:lnTo>
                      <a:pt x="67628" y="121920"/>
                    </a:lnTo>
                    <a:lnTo>
                      <a:pt x="91440" y="193358"/>
                    </a:lnTo>
                    <a:cubicBezTo>
                      <a:pt x="80963" y="212408"/>
                      <a:pt x="72390" y="232410"/>
                      <a:pt x="66675" y="253365"/>
                    </a:cubicBezTo>
                    <a:lnTo>
                      <a:pt x="0" y="285750"/>
                    </a:lnTo>
                    <a:lnTo>
                      <a:pt x="0" y="361950"/>
                    </a:lnTo>
                    <a:lnTo>
                      <a:pt x="66675" y="395288"/>
                    </a:lnTo>
                    <a:cubicBezTo>
                      <a:pt x="72390" y="416243"/>
                      <a:pt x="80963" y="436245"/>
                      <a:pt x="91440" y="454343"/>
                    </a:cubicBezTo>
                    <a:lnTo>
                      <a:pt x="67628" y="525780"/>
                    </a:lnTo>
                    <a:lnTo>
                      <a:pt x="121920" y="580073"/>
                    </a:lnTo>
                    <a:lnTo>
                      <a:pt x="193358" y="556260"/>
                    </a:lnTo>
                    <a:cubicBezTo>
                      <a:pt x="212408" y="566738"/>
                      <a:pt x="232410" y="575310"/>
                      <a:pt x="253365" y="581025"/>
                    </a:cubicBezTo>
                    <a:lnTo>
                      <a:pt x="286703" y="647700"/>
                    </a:lnTo>
                    <a:lnTo>
                      <a:pt x="362903" y="647700"/>
                    </a:lnTo>
                    <a:lnTo>
                      <a:pt x="396240" y="581025"/>
                    </a:lnTo>
                    <a:cubicBezTo>
                      <a:pt x="417195" y="575310"/>
                      <a:pt x="437198" y="566738"/>
                      <a:pt x="455295" y="556260"/>
                    </a:cubicBezTo>
                    <a:lnTo>
                      <a:pt x="526733" y="580073"/>
                    </a:lnTo>
                    <a:lnTo>
                      <a:pt x="581025" y="525780"/>
                    </a:lnTo>
                    <a:lnTo>
                      <a:pt x="557213" y="454343"/>
                    </a:lnTo>
                    <a:cubicBezTo>
                      <a:pt x="567690" y="435293"/>
                      <a:pt x="576263" y="415290"/>
                      <a:pt x="581978" y="394335"/>
                    </a:cubicBezTo>
                    <a:lnTo>
                      <a:pt x="648653" y="360998"/>
                    </a:lnTo>
                    <a:lnTo>
                      <a:pt x="648653" y="284798"/>
                    </a:lnTo>
                    <a:lnTo>
                      <a:pt x="581025" y="252413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55398D5-482F-2910-9F0E-E2A58E5F489F}"/>
                  </a:ext>
                </a:extLst>
              </p:cNvPr>
              <p:cNvSpPr/>
              <p:nvPr/>
            </p:nvSpPr>
            <p:spPr>
              <a:xfrm rot="1320000">
                <a:off x="4966950" y="5176097"/>
                <a:ext cx="75102" cy="7510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978D270-AAE2-0742-91AC-F28EAFDD4777}"/>
              </a:ext>
            </a:extLst>
          </p:cNvPr>
          <p:cNvGrpSpPr/>
          <p:nvPr/>
        </p:nvGrpSpPr>
        <p:grpSpPr>
          <a:xfrm>
            <a:off x="1980980" y="2196289"/>
            <a:ext cx="1038462" cy="846402"/>
            <a:chOff x="7707494" y="2865508"/>
            <a:chExt cx="1038462" cy="846402"/>
          </a:xfrm>
        </p:grpSpPr>
        <p:sp>
          <p:nvSpPr>
            <p:cNvPr id="27" name="Rectangle: Top Corners Rounded 26">
              <a:extLst>
                <a:ext uri="{FF2B5EF4-FFF2-40B4-BE49-F238E27FC236}">
                  <a16:creationId xmlns:a16="http://schemas.microsoft.com/office/drawing/2014/main" id="{2E72C2A3-EFFD-91D2-ECDF-BB9F5D03C957}"/>
                </a:ext>
              </a:extLst>
            </p:cNvPr>
            <p:cNvSpPr/>
            <p:nvPr/>
          </p:nvSpPr>
          <p:spPr>
            <a:xfrm>
              <a:off x="7707494" y="3147653"/>
              <a:ext cx="841194" cy="564257"/>
            </a:xfrm>
            <a:prstGeom prst="round2Same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0904508-24B5-230B-3F63-24F693C5C438}"/>
                </a:ext>
              </a:extLst>
            </p:cNvPr>
            <p:cNvSpPr/>
            <p:nvPr/>
          </p:nvSpPr>
          <p:spPr>
            <a:xfrm>
              <a:off x="7806128" y="2865508"/>
              <a:ext cx="841194" cy="6495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4" name="Arrow: Up 23">
              <a:extLst>
                <a:ext uri="{FF2B5EF4-FFF2-40B4-BE49-F238E27FC236}">
                  <a16:creationId xmlns:a16="http://schemas.microsoft.com/office/drawing/2014/main" id="{3FFA69AB-7551-6965-F14A-676B2EBF9FB9}"/>
                </a:ext>
              </a:extLst>
            </p:cNvPr>
            <p:cNvSpPr/>
            <p:nvPr/>
          </p:nvSpPr>
          <p:spPr>
            <a:xfrm>
              <a:off x="8043629" y="2964253"/>
              <a:ext cx="402462" cy="339202"/>
            </a:xfrm>
            <a:prstGeom prst="upArrow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A12396A-ED01-0899-EA47-49ECB1F3E4E8}"/>
                </a:ext>
              </a:extLst>
            </p:cNvPr>
            <p:cNvSpPr/>
            <p:nvPr/>
          </p:nvSpPr>
          <p:spPr>
            <a:xfrm>
              <a:off x="7707494" y="3227294"/>
              <a:ext cx="1038462" cy="484616"/>
            </a:xfrm>
            <a:custGeom>
              <a:avLst/>
              <a:gdLst>
                <a:gd name="csX0" fmla="*/ 714375 w 714375"/>
                <a:gd name="csY0" fmla="*/ 38100 h 333375"/>
                <a:gd name="csX1" fmla="*/ 680085 w 714375"/>
                <a:gd name="csY1" fmla="*/ 0 h 333375"/>
                <a:gd name="csX2" fmla="*/ 160973 w 714375"/>
                <a:gd name="csY2" fmla="*/ 0 h 333375"/>
                <a:gd name="csX3" fmla="*/ 128588 w 714375"/>
                <a:gd name="csY3" fmla="*/ 20955 h 333375"/>
                <a:gd name="csX4" fmla="*/ 0 w 714375"/>
                <a:gd name="csY4" fmla="*/ 333375 h 333375"/>
                <a:gd name="csX5" fmla="*/ 581025 w 714375"/>
                <a:gd name="csY5" fmla="*/ 333375 h 333375"/>
                <a:gd name="csX6" fmla="*/ 710565 w 714375"/>
                <a:gd name="csY6" fmla="*/ 55245 h 333375"/>
                <a:gd name="csX7" fmla="*/ 714375 w 714375"/>
                <a:gd name="csY7" fmla="*/ 38100 h 333375"/>
                <a:gd name="csX8" fmla="*/ 714375 w 714375"/>
                <a:gd name="csY8" fmla="*/ 38100 h 333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14375" h="333375">
                  <a:moveTo>
                    <a:pt x="714375" y="38100"/>
                  </a:moveTo>
                  <a:cubicBezTo>
                    <a:pt x="714375" y="18098"/>
                    <a:pt x="700088" y="1905"/>
                    <a:pt x="680085" y="0"/>
                  </a:cubicBezTo>
                  <a:lnTo>
                    <a:pt x="160973" y="0"/>
                  </a:lnTo>
                  <a:cubicBezTo>
                    <a:pt x="146685" y="0"/>
                    <a:pt x="134303" y="8573"/>
                    <a:pt x="128588" y="20955"/>
                  </a:cubicBezTo>
                  <a:lnTo>
                    <a:pt x="0" y="333375"/>
                  </a:lnTo>
                  <a:lnTo>
                    <a:pt x="581025" y="333375"/>
                  </a:lnTo>
                  <a:lnTo>
                    <a:pt x="710565" y="55245"/>
                  </a:lnTo>
                  <a:cubicBezTo>
                    <a:pt x="713423" y="49530"/>
                    <a:pt x="714375" y="43815"/>
                    <a:pt x="714375" y="38100"/>
                  </a:cubicBezTo>
                  <a:lnTo>
                    <a:pt x="714375" y="38100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fr-CA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0ABDAE3-D3F8-130F-8437-45E1B52383AE}"/>
              </a:ext>
            </a:extLst>
          </p:cNvPr>
          <p:cNvGrpSpPr>
            <a:grpSpLocks noChangeAspect="1"/>
          </p:cNvGrpSpPr>
          <p:nvPr/>
        </p:nvGrpSpPr>
        <p:grpSpPr>
          <a:xfrm>
            <a:off x="1151845" y="3352451"/>
            <a:ext cx="964747" cy="828000"/>
            <a:chOff x="3600000" y="2709000"/>
            <a:chExt cx="2520000" cy="216280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E84AABC-9EA9-133A-0B88-D2856DDCFCB2}"/>
                </a:ext>
              </a:extLst>
            </p:cNvPr>
            <p:cNvSpPr/>
            <p:nvPr/>
          </p:nvSpPr>
          <p:spPr>
            <a:xfrm>
              <a:off x="3600000" y="4149000"/>
              <a:ext cx="360000" cy="7200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FA1ABDE-FFC1-1411-CAD2-4530C4FB51F3}"/>
                </a:ext>
              </a:extLst>
            </p:cNvPr>
            <p:cNvSpPr/>
            <p:nvPr/>
          </p:nvSpPr>
          <p:spPr>
            <a:xfrm>
              <a:off x="4140000" y="3789000"/>
              <a:ext cx="360000" cy="10800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F1DDE08-B2DC-0856-28BE-B11CDD4F7A96}"/>
                </a:ext>
              </a:extLst>
            </p:cNvPr>
            <p:cNvSpPr/>
            <p:nvPr/>
          </p:nvSpPr>
          <p:spPr>
            <a:xfrm>
              <a:off x="4680000" y="3429000"/>
              <a:ext cx="360000" cy="14400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7B51DF3-BDD9-8C87-11AA-ED5EFAB1CC4E}"/>
                </a:ext>
              </a:extLst>
            </p:cNvPr>
            <p:cNvSpPr/>
            <p:nvPr/>
          </p:nvSpPr>
          <p:spPr>
            <a:xfrm>
              <a:off x="5220000" y="3071806"/>
              <a:ext cx="360000" cy="18000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A174F69-ABB0-DCEA-17E2-A4D69D897FC1}"/>
                </a:ext>
              </a:extLst>
            </p:cNvPr>
            <p:cNvSpPr/>
            <p:nvPr/>
          </p:nvSpPr>
          <p:spPr>
            <a:xfrm>
              <a:off x="5760000" y="2709000"/>
              <a:ext cx="360000" cy="216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07A82E9-F182-782E-A18E-CF560A8AD210}"/>
              </a:ext>
            </a:extLst>
          </p:cNvPr>
          <p:cNvGrpSpPr>
            <a:grpSpLocks noChangeAspect="1"/>
          </p:cNvGrpSpPr>
          <p:nvPr/>
        </p:nvGrpSpPr>
        <p:grpSpPr>
          <a:xfrm>
            <a:off x="3228671" y="3535929"/>
            <a:ext cx="898512" cy="720000"/>
            <a:chOff x="3422976" y="2520000"/>
            <a:chExt cx="1797024" cy="1440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2728371-99EF-E551-B7AA-DD372CEFEFD6}"/>
                </a:ext>
              </a:extLst>
            </p:cNvPr>
            <p:cNvSpPr/>
            <p:nvPr/>
          </p:nvSpPr>
          <p:spPr>
            <a:xfrm>
              <a:off x="3780000" y="3600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6242348-C0C1-4FA1-FA3E-3574ABFA98FD}"/>
                </a:ext>
              </a:extLst>
            </p:cNvPr>
            <p:cNvSpPr/>
            <p:nvPr/>
          </p:nvSpPr>
          <p:spPr>
            <a:xfrm>
              <a:off x="4140000" y="3600000"/>
              <a:ext cx="360000" cy="360000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6975A0E-17C3-8BD6-8690-BD795BA826F4}"/>
                </a:ext>
              </a:extLst>
            </p:cNvPr>
            <p:cNvSpPr/>
            <p:nvPr/>
          </p:nvSpPr>
          <p:spPr>
            <a:xfrm>
              <a:off x="4140000" y="3240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DFD413D-6AD1-4C96-7C61-1CE28B7C1292}"/>
                </a:ext>
              </a:extLst>
            </p:cNvPr>
            <p:cNvSpPr/>
            <p:nvPr/>
          </p:nvSpPr>
          <p:spPr>
            <a:xfrm>
              <a:off x="4500000" y="3600000"/>
              <a:ext cx="360000" cy="360000"/>
            </a:xfrm>
            <a:prstGeom prst="ellipse">
              <a:avLst/>
            </a:prstGeom>
            <a:solidFill>
              <a:srgbClr val="BBB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66A2DF7-8C01-673C-347E-DC53D5AF7EE2}"/>
                </a:ext>
              </a:extLst>
            </p:cNvPr>
            <p:cNvSpPr/>
            <p:nvPr/>
          </p:nvSpPr>
          <p:spPr>
            <a:xfrm>
              <a:off x="4500000" y="3240000"/>
              <a:ext cx="360000" cy="360000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2549675-E8CB-5DD7-C8AF-33A9C1FAC9B8}"/>
                </a:ext>
              </a:extLst>
            </p:cNvPr>
            <p:cNvSpPr/>
            <p:nvPr/>
          </p:nvSpPr>
          <p:spPr>
            <a:xfrm>
              <a:off x="4860000" y="3600000"/>
              <a:ext cx="360000" cy="3600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7BF02D5-C38D-93EA-0E9F-2D7CD8A9C7F9}"/>
                </a:ext>
              </a:extLst>
            </p:cNvPr>
            <p:cNvSpPr/>
            <p:nvPr/>
          </p:nvSpPr>
          <p:spPr>
            <a:xfrm>
              <a:off x="4860000" y="3240000"/>
              <a:ext cx="360000" cy="360000"/>
            </a:xfrm>
            <a:prstGeom prst="ellipse">
              <a:avLst/>
            </a:prstGeom>
            <a:solidFill>
              <a:srgbClr val="BBB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71FC259-2763-0A85-F63E-54D7173F5CD8}"/>
                </a:ext>
              </a:extLst>
            </p:cNvPr>
            <p:cNvSpPr/>
            <p:nvPr/>
          </p:nvSpPr>
          <p:spPr>
            <a:xfrm>
              <a:off x="4500000" y="2880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59E21A8-8573-FAD4-7289-5C556B78E45E}"/>
                </a:ext>
              </a:extLst>
            </p:cNvPr>
            <p:cNvSpPr/>
            <p:nvPr/>
          </p:nvSpPr>
          <p:spPr>
            <a:xfrm>
              <a:off x="4860000" y="2880000"/>
              <a:ext cx="360000" cy="360000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FD5E9A5-3F83-28A0-C475-C2C6F28D8F23}"/>
                </a:ext>
              </a:extLst>
            </p:cNvPr>
            <p:cNvSpPr/>
            <p:nvPr/>
          </p:nvSpPr>
          <p:spPr>
            <a:xfrm>
              <a:off x="4860000" y="2520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56" name="Arrow: Right 55">
              <a:extLst>
                <a:ext uri="{FF2B5EF4-FFF2-40B4-BE49-F238E27FC236}">
                  <a16:creationId xmlns:a16="http://schemas.microsoft.com/office/drawing/2014/main" id="{CE031C65-40C0-3B4A-5DDD-12C5E7E657E5}"/>
                </a:ext>
              </a:extLst>
            </p:cNvPr>
            <p:cNvSpPr/>
            <p:nvPr/>
          </p:nvSpPr>
          <p:spPr>
            <a:xfrm rot="18900000">
              <a:off x="3422976" y="2637684"/>
              <a:ext cx="1482838" cy="484632"/>
            </a:xfrm>
            <a:prstGeom prst="rightArrow">
              <a:avLst/>
            </a:prstGeom>
            <a:gradFill>
              <a:gsLst>
                <a:gs pos="100000">
                  <a:srgbClr val="CCCCCC"/>
                </a:gs>
                <a:gs pos="0">
                  <a:srgbClr val="666666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F495629-2470-FEBD-ED7A-4C427A5587E6}"/>
              </a:ext>
            </a:extLst>
          </p:cNvPr>
          <p:cNvSpPr/>
          <p:nvPr/>
        </p:nvSpPr>
        <p:spPr>
          <a:xfrm>
            <a:off x="5008353" y="3424112"/>
            <a:ext cx="818844" cy="811252"/>
          </a:xfrm>
          <a:custGeom>
            <a:avLst/>
            <a:gdLst>
              <a:gd name="csX0" fmla="*/ 169550 w 1594572"/>
              <a:gd name="csY0" fmla="*/ 1489389 h 1595185"/>
              <a:gd name="csX1" fmla="*/ 119742 w 1594572"/>
              <a:gd name="csY1" fmla="*/ 1499351 h 1595185"/>
              <a:gd name="csX2" fmla="*/ 91850 w 1594572"/>
              <a:gd name="csY2" fmla="*/ 1457512 h 1595185"/>
              <a:gd name="csX3" fmla="*/ 119742 w 1594572"/>
              <a:gd name="csY3" fmla="*/ 1415673 h 1595185"/>
              <a:gd name="csX4" fmla="*/ 169550 w 1594572"/>
              <a:gd name="csY4" fmla="*/ 1425635 h 1595185"/>
              <a:gd name="csX5" fmla="*/ 169550 w 1594572"/>
              <a:gd name="csY5" fmla="*/ 1489389 h 1595185"/>
              <a:gd name="csX6" fmla="*/ 1576123 w 1594572"/>
              <a:gd name="csY6" fmla="*/ 176455 h 1595185"/>
              <a:gd name="csX7" fmla="*/ 1414746 w 1594572"/>
              <a:gd name="csY7" fmla="*/ 337832 h 1595185"/>
              <a:gd name="csX8" fmla="*/ 1287237 w 1594572"/>
              <a:gd name="csY8" fmla="*/ 303963 h 1595185"/>
              <a:gd name="csX9" fmla="*/ 1255361 w 1594572"/>
              <a:gd name="csY9" fmla="*/ 178447 h 1595185"/>
              <a:gd name="csX10" fmla="*/ 1416738 w 1594572"/>
              <a:gd name="csY10" fmla="*/ 17070 h 1595185"/>
              <a:gd name="csX11" fmla="*/ 1137814 w 1594572"/>
              <a:gd name="csY11" fmla="*/ 70862 h 1595185"/>
              <a:gd name="csX12" fmla="*/ 1058122 w 1594572"/>
              <a:gd name="csY12" fmla="*/ 343809 h 1595185"/>
              <a:gd name="csX13" fmla="*/ 42042 w 1594572"/>
              <a:gd name="csY13" fmla="*/ 1359889 h 1595185"/>
              <a:gd name="csX14" fmla="*/ 4188 w 1594572"/>
              <a:gd name="csY14" fmla="*/ 1493374 h 1595185"/>
              <a:gd name="csX15" fmla="*/ 101812 w 1594572"/>
              <a:gd name="csY15" fmla="*/ 1590997 h 1595185"/>
              <a:gd name="csX16" fmla="*/ 235296 w 1594572"/>
              <a:gd name="csY16" fmla="*/ 1553143 h 1595185"/>
              <a:gd name="csX17" fmla="*/ 1251376 w 1594572"/>
              <a:gd name="csY17" fmla="*/ 537064 h 1595185"/>
              <a:gd name="csX18" fmla="*/ 1524323 w 1594572"/>
              <a:gd name="csY18" fmla="*/ 457371 h 1595185"/>
              <a:gd name="csX19" fmla="*/ 1576123 w 1594572"/>
              <a:gd name="csY19" fmla="*/ 176455 h 1595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594572" h="1595185">
                <a:moveTo>
                  <a:pt x="169550" y="1489389"/>
                </a:moveTo>
                <a:cubicBezTo>
                  <a:pt x="155604" y="1503335"/>
                  <a:pt x="137673" y="1507320"/>
                  <a:pt x="119742" y="1499351"/>
                </a:cubicBezTo>
                <a:cubicBezTo>
                  <a:pt x="101812" y="1491381"/>
                  <a:pt x="91850" y="1475443"/>
                  <a:pt x="91850" y="1457512"/>
                </a:cubicBezTo>
                <a:cubicBezTo>
                  <a:pt x="91850" y="1439581"/>
                  <a:pt x="103804" y="1421650"/>
                  <a:pt x="119742" y="1415673"/>
                </a:cubicBezTo>
                <a:cubicBezTo>
                  <a:pt x="137673" y="1407704"/>
                  <a:pt x="155604" y="1411689"/>
                  <a:pt x="169550" y="1425635"/>
                </a:cubicBezTo>
                <a:cubicBezTo>
                  <a:pt x="187481" y="1441573"/>
                  <a:pt x="187481" y="1471458"/>
                  <a:pt x="169550" y="1489389"/>
                </a:cubicBezTo>
                <a:close/>
                <a:moveTo>
                  <a:pt x="1576123" y="176455"/>
                </a:moveTo>
                <a:lnTo>
                  <a:pt x="1414746" y="337832"/>
                </a:lnTo>
                <a:lnTo>
                  <a:pt x="1287237" y="303963"/>
                </a:lnTo>
                <a:lnTo>
                  <a:pt x="1255361" y="178447"/>
                </a:lnTo>
                <a:lnTo>
                  <a:pt x="1416738" y="17070"/>
                </a:lnTo>
                <a:cubicBezTo>
                  <a:pt x="1321107" y="-18792"/>
                  <a:pt x="1213522" y="3124"/>
                  <a:pt x="1137814" y="70862"/>
                </a:cubicBezTo>
                <a:cubicBezTo>
                  <a:pt x="1062106" y="140593"/>
                  <a:pt x="1032221" y="244194"/>
                  <a:pt x="1058122" y="343809"/>
                </a:cubicBezTo>
                <a:lnTo>
                  <a:pt x="42042" y="1359889"/>
                </a:lnTo>
                <a:cubicBezTo>
                  <a:pt x="6181" y="1393758"/>
                  <a:pt x="-7766" y="1445558"/>
                  <a:pt x="4188" y="1493374"/>
                </a:cubicBezTo>
                <a:cubicBezTo>
                  <a:pt x="16142" y="1541189"/>
                  <a:pt x="53996" y="1579043"/>
                  <a:pt x="101812" y="1590997"/>
                </a:cubicBezTo>
                <a:cubicBezTo>
                  <a:pt x="149627" y="1602951"/>
                  <a:pt x="199435" y="1589005"/>
                  <a:pt x="235296" y="1553143"/>
                </a:cubicBezTo>
                <a:lnTo>
                  <a:pt x="1251376" y="537064"/>
                </a:lnTo>
                <a:cubicBezTo>
                  <a:pt x="1350992" y="562964"/>
                  <a:pt x="1454592" y="533079"/>
                  <a:pt x="1524323" y="457371"/>
                </a:cubicBezTo>
                <a:cubicBezTo>
                  <a:pt x="1592061" y="381663"/>
                  <a:pt x="1613977" y="272086"/>
                  <a:pt x="1576123" y="176455"/>
                </a:cubicBezTo>
                <a:close/>
              </a:path>
            </a:pathLst>
          </a:custGeom>
          <a:solidFill>
            <a:srgbClr val="CCCCCC"/>
          </a:solidFill>
          <a:ln w="19844" cap="flat">
            <a:noFill/>
            <a:prstDash val="solid"/>
            <a:miter/>
          </a:ln>
        </p:spPr>
        <p:txBody>
          <a:bodyPr/>
          <a:lstStyle/>
          <a:p>
            <a:endParaRPr lang="fr-CA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01FC54C-CD52-760F-5006-A5F6D2D0E13A}"/>
              </a:ext>
            </a:extLst>
          </p:cNvPr>
          <p:cNvGrpSpPr>
            <a:grpSpLocks noChangeAspect="1"/>
          </p:cNvGrpSpPr>
          <p:nvPr/>
        </p:nvGrpSpPr>
        <p:grpSpPr>
          <a:xfrm>
            <a:off x="6478026" y="3252096"/>
            <a:ext cx="720000" cy="1202232"/>
            <a:chOff x="5183005" y="451610"/>
            <a:chExt cx="2151245" cy="3592076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EF5B0D4-F9DA-97C7-C6A5-F34A7251B1F1}"/>
                </a:ext>
              </a:extLst>
            </p:cNvPr>
            <p:cNvSpPr/>
            <p:nvPr/>
          </p:nvSpPr>
          <p:spPr>
            <a:xfrm>
              <a:off x="5715000" y="2997200"/>
              <a:ext cx="825500" cy="9017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F114F929-CC97-0FFE-2FFA-177CDF0B284B}"/>
                </a:ext>
              </a:extLst>
            </p:cNvPr>
            <p:cNvGrpSpPr/>
            <p:nvPr/>
          </p:nvGrpSpPr>
          <p:grpSpPr>
            <a:xfrm>
              <a:off x="5183005" y="451610"/>
              <a:ext cx="2151245" cy="3592076"/>
              <a:chOff x="5183005" y="451610"/>
              <a:chExt cx="2151245" cy="3592076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0448A6B4-0CBC-CE10-C296-35A9C346E0BE}"/>
                  </a:ext>
                </a:extLst>
              </p:cNvPr>
              <p:cNvSpPr/>
              <p:nvPr/>
            </p:nvSpPr>
            <p:spPr>
              <a:xfrm>
                <a:off x="5189006" y="451610"/>
                <a:ext cx="1848676" cy="380337"/>
              </a:xfrm>
              <a:custGeom>
                <a:avLst/>
                <a:gdLst>
                  <a:gd name="csX0" fmla="*/ 28575 w 361949"/>
                  <a:gd name="csY0" fmla="*/ 85725 h 85725"/>
                  <a:gd name="csX1" fmla="*/ 333375 w 361949"/>
                  <a:gd name="csY1" fmla="*/ 85725 h 85725"/>
                  <a:gd name="csX2" fmla="*/ 361950 w 361949"/>
                  <a:gd name="csY2" fmla="*/ 57150 h 85725"/>
                  <a:gd name="csX3" fmla="*/ 333375 w 361949"/>
                  <a:gd name="csY3" fmla="*/ 28575 h 85725"/>
                  <a:gd name="csX4" fmla="*/ 242888 w 361949"/>
                  <a:gd name="csY4" fmla="*/ 28575 h 85725"/>
                  <a:gd name="csX5" fmla="*/ 233867 w 361949"/>
                  <a:gd name="csY5" fmla="*/ 10535 h 85725"/>
                  <a:gd name="csX6" fmla="*/ 216827 w 361949"/>
                  <a:gd name="csY6" fmla="*/ 0 h 85725"/>
                  <a:gd name="csX7" fmla="*/ 145123 w 361949"/>
                  <a:gd name="csY7" fmla="*/ 0 h 85725"/>
                  <a:gd name="csX8" fmla="*/ 128083 w 361949"/>
                  <a:gd name="csY8" fmla="*/ 10535 h 85725"/>
                  <a:gd name="csX9" fmla="*/ 119063 w 361949"/>
                  <a:gd name="csY9" fmla="*/ 28575 h 85725"/>
                  <a:gd name="csX10" fmla="*/ 28575 w 361949"/>
                  <a:gd name="csY10" fmla="*/ 28575 h 85725"/>
                  <a:gd name="csX11" fmla="*/ 0 w 361949"/>
                  <a:gd name="csY11" fmla="*/ 57150 h 85725"/>
                  <a:gd name="csX12" fmla="*/ 28575 w 361949"/>
                  <a:gd name="csY12" fmla="*/ 85725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61949" h="85725">
                    <a:moveTo>
                      <a:pt x="28575" y="85725"/>
                    </a:moveTo>
                    <a:lnTo>
                      <a:pt x="333375" y="85725"/>
                    </a:lnTo>
                    <a:cubicBezTo>
                      <a:pt x="349156" y="85725"/>
                      <a:pt x="361950" y="72932"/>
                      <a:pt x="361950" y="57150"/>
                    </a:cubicBezTo>
                    <a:cubicBezTo>
                      <a:pt x="361950" y="41369"/>
                      <a:pt x="349156" y="28575"/>
                      <a:pt x="333375" y="28575"/>
                    </a:cubicBezTo>
                    <a:lnTo>
                      <a:pt x="242888" y="28575"/>
                    </a:lnTo>
                    <a:lnTo>
                      <a:pt x="233867" y="10535"/>
                    </a:lnTo>
                    <a:cubicBezTo>
                      <a:pt x="230641" y="4079"/>
                      <a:pt x="224044" y="0"/>
                      <a:pt x="216827" y="0"/>
                    </a:cubicBezTo>
                    <a:lnTo>
                      <a:pt x="145123" y="0"/>
                    </a:lnTo>
                    <a:cubicBezTo>
                      <a:pt x="137906" y="0"/>
                      <a:pt x="131309" y="4079"/>
                      <a:pt x="128083" y="10535"/>
                    </a:cubicBezTo>
                    <a:lnTo>
                      <a:pt x="119063" y="28575"/>
                    </a:lnTo>
                    <a:lnTo>
                      <a:pt x="28575" y="28575"/>
                    </a:lnTo>
                    <a:cubicBezTo>
                      <a:pt x="12793" y="28575"/>
                      <a:pt x="0" y="41369"/>
                      <a:pt x="0" y="57150"/>
                    </a:cubicBezTo>
                    <a:cubicBezTo>
                      <a:pt x="0" y="72932"/>
                      <a:pt x="12793" y="85725"/>
                      <a:pt x="28575" y="85725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2A864EE-C294-028A-89A3-2BE948E62AF9}"/>
                  </a:ext>
                </a:extLst>
              </p:cNvPr>
              <p:cNvSpPr/>
              <p:nvPr/>
            </p:nvSpPr>
            <p:spPr>
              <a:xfrm>
                <a:off x="5273570" y="1000986"/>
                <a:ext cx="2060680" cy="1394571"/>
              </a:xfrm>
              <a:custGeom>
                <a:avLst/>
                <a:gdLst>
                  <a:gd name="csX0" fmla="*/ 365322 w 403457"/>
                  <a:gd name="csY0" fmla="*/ 47625 h 314325"/>
                  <a:gd name="csX1" fmla="*/ 318078 w 403457"/>
                  <a:gd name="csY1" fmla="*/ 47625 h 314325"/>
                  <a:gd name="csX2" fmla="*/ 323850 w 403457"/>
                  <a:gd name="csY2" fmla="*/ 0 h 314325"/>
                  <a:gd name="csX3" fmla="*/ 0 w 403457"/>
                  <a:gd name="csY3" fmla="*/ 0 h 314325"/>
                  <a:gd name="csX4" fmla="*/ 38100 w 403457"/>
                  <a:gd name="csY4" fmla="*/ 314325 h 314325"/>
                  <a:gd name="csX5" fmla="*/ 285750 w 403457"/>
                  <a:gd name="csY5" fmla="*/ 314325 h 314325"/>
                  <a:gd name="csX6" fmla="*/ 293570 w 403457"/>
                  <a:gd name="csY6" fmla="*/ 249784 h 314325"/>
                  <a:gd name="csX7" fmla="*/ 352625 w 403457"/>
                  <a:gd name="csY7" fmla="*/ 241906 h 314325"/>
                  <a:gd name="csX8" fmla="*/ 385267 w 403457"/>
                  <a:gd name="csY8" fmla="*/ 209798 h 314325"/>
                  <a:gd name="csX9" fmla="*/ 403031 w 403457"/>
                  <a:gd name="csY9" fmla="*/ 91373 h 314325"/>
                  <a:gd name="csX10" fmla="*/ 371001 w 403457"/>
                  <a:gd name="csY10" fmla="*/ 48046 h 314325"/>
                  <a:gd name="csX11" fmla="*/ 365322 w 403457"/>
                  <a:gd name="csY11" fmla="*/ 47625 h 314325"/>
                  <a:gd name="csX12" fmla="*/ 347605 w 403457"/>
                  <a:gd name="csY12" fmla="*/ 204140 h 314325"/>
                  <a:gd name="csX13" fmla="*/ 298352 w 403457"/>
                  <a:gd name="csY13" fmla="*/ 210712 h 314325"/>
                  <a:gd name="csX14" fmla="*/ 313449 w 403457"/>
                  <a:gd name="csY14" fmla="*/ 85725 h 314325"/>
                  <a:gd name="csX15" fmla="*/ 365322 w 403457"/>
                  <a:gd name="csY15" fmla="*/ 85725 h 3143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03457" h="314325">
                    <a:moveTo>
                      <a:pt x="365322" y="47625"/>
                    </a:moveTo>
                    <a:lnTo>
                      <a:pt x="318078" y="47625"/>
                    </a:lnTo>
                    <a:lnTo>
                      <a:pt x="323850" y="0"/>
                    </a:lnTo>
                    <a:lnTo>
                      <a:pt x="0" y="0"/>
                    </a:lnTo>
                    <a:lnTo>
                      <a:pt x="38100" y="314325"/>
                    </a:lnTo>
                    <a:lnTo>
                      <a:pt x="285750" y="314325"/>
                    </a:lnTo>
                    <a:lnTo>
                      <a:pt x="293570" y="249784"/>
                    </a:lnTo>
                    <a:lnTo>
                      <a:pt x="352625" y="241906"/>
                    </a:lnTo>
                    <a:cubicBezTo>
                      <a:pt x="369440" y="239664"/>
                      <a:pt x="382749" y="226574"/>
                      <a:pt x="385267" y="209798"/>
                    </a:cubicBezTo>
                    <a:lnTo>
                      <a:pt x="403031" y="91373"/>
                    </a:lnTo>
                    <a:cubicBezTo>
                      <a:pt x="406151" y="70564"/>
                      <a:pt x="391810" y="51165"/>
                      <a:pt x="371001" y="48046"/>
                    </a:cubicBezTo>
                    <a:cubicBezTo>
                      <a:pt x="369121" y="47764"/>
                      <a:pt x="367223" y="47623"/>
                      <a:pt x="365322" y="47625"/>
                    </a:cubicBezTo>
                    <a:close/>
                    <a:moveTo>
                      <a:pt x="347605" y="204140"/>
                    </a:moveTo>
                    <a:lnTo>
                      <a:pt x="298352" y="210712"/>
                    </a:lnTo>
                    <a:lnTo>
                      <a:pt x="313449" y="85725"/>
                    </a:lnTo>
                    <a:lnTo>
                      <a:pt x="365322" y="85725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DEDD12CF-6D6B-F9CD-9095-910C9F22AC17}"/>
                  </a:ext>
                </a:extLst>
              </p:cNvPr>
              <p:cNvSpPr/>
              <p:nvPr/>
            </p:nvSpPr>
            <p:spPr>
              <a:xfrm>
                <a:off x="5183005" y="2564596"/>
                <a:ext cx="1862500" cy="1479090"/>
              </a:xfrm>
              <a:custGeom>
                <a:avLst/>
                <a:gdLst>
                  <a:gd name="csX0" fmla="*/ 382353 w 400049"/>
                  <a:gd name="csY0" fmla="*/ 129854 h 361950"/>
                  <a:gd name="csX1" fmla="*/ 371923 w 400049"/>
                  <a:gd name="csY1" fmla="*/ 101594 h 361950"/>
                  <a:gd name="csX2" fmla="*/ 344024 w 400049"/>
                  <a:gd name="csY2" fmla="*/ 62541 h 361950"/>
                  <a:gd name="csX3" fmla="*/ 333375 w 400049"/>
                  <a:gd name="csY3" fmla="*/ 29318 h 361950"/>
                  <a:gd name="csX4" fmla="*/ 333375 w 400049"/>
                  <a:gd name="csY4" fmla="*/ 0 h 361950"/>
                  <a:gd name="csX5" fmla="*/ 66675 w 400049"/>
                  <a:gd name="csY5" fmla="*/ 0 h 361950"/>
                  <a:gd name="csX6" fmla="*/ 66675 w 400049"/>
                  <a:gd name="csY6" fmla="*/ 29308 h 361950"/>
                  <a:gd name="csX7" fmla="*/ 56026 w 400049"/>
                  <a:gd name="csY7" fmla="*/ 62532 h 361950"/>
                  <a:gd name="csX8" fmla="*/ 28127 w 400049"/>
                  <a:gd name="csY8" fmla="*/ 101584 h 361950"/>
                  <a:gd name="csX9" fmla="*/ 17697 w 400049"/>
                  <a:gd name="csY9" fmla="*/ 129845 h 361950"/>
                  <a:gd name="csX10" fmla="*/ 0 w 400049"/>
                  <a:gd name="csY10" fmla="*/ 333375 h 361950"/>
                  <a:gd name="csX11" fmla="*/ 38100 w 400049"/>
                  <a:gd name="csY11" fmla="*/ 333375 h 361950"/>
                  <a:gd name="csX12" fmla="*/ 38100 w 400049"/>
                  <a:gd name="csY12" fmla="*/ 361950 h 361950"/>
                  <a:gd name="csX13" fmla="*/ 114300 w 400049"/>
                  <a:gd name="csY13" fmla="*/ 361950 h 361950"/>
                  <a:gd name="csX14" fmla="*/ 114300 w 400049"/>
                  <a:gd name="csY14" fmla="*/ 333375 h 361950"/>
                  <a:gd name="csX15" fmla="*/ 285750 w 400049"/>
                  <a:gd name="csY15" fmla="*/ 333375 h 361950"/>
                  <a:gd name="csX16" fmla="*/ 285750 w 400049"/>
                  <a:gd name="csY16" fmla="*/ 361950 h 361950"/>
                  <a:gd name="csX17" fmla="*/ 361950 w 400049"/>
                  <a:gd name="csY17" fmla="*/ 361950 h 361950"/>
                  <a:gd name="csX18" fmla="*/ 361950 w 400049"/>
                  <a:gd name="csY18" fmla="*/ 333375 h 361950"/>
                  <a:gd name="csX19" fmla="*/ 400050 w 400049"/>
                  <a:gd name="csY19" fmla="*/ 333375 h 361950"/>
                  <a:gd name="csX20" fmla="*/ 200025 w 400049"/>
                  <a:gd name="csY20" fmla="*/ 242888 h 361950"/>
                  <a:gd name="csX21" fmla="*/ 147638 w 400049"/>
                  <a:gd name="csY21" fmla="*/ 190500 h 361950"/>
                  <a:gd name="csX22" fmla="*/ 200025 w 400049"/>
                  <a:gd name="csY22" fmla="*/ 138113 h 361950"/>
                  <a:gd name="csX23" fmla="*/ 252413 w 400049"/>
                  <a:gd name="csY23" fmla="*/ 190500 h 361950"/>
                  <a:gd name="csX24" fmla="*/ 200025 w 400049"/>
                  <a:gd name="csY24" fmla="*/ 242888 h 361950"/>
                  <a:gd name="csX0" fmla="*/ 364656 w 382353"/>
                  <a:gd name="csY0" fmla="*/ 129854 h 361950"/>
                  <a:gd name="csX1" fmla="*/ 354226 w 382353"/>
                  <a:gd name="csY1" fmla="*/ 101594 h 361950"/>
                  <a:gd name="csX2" fmla="*/ 326327 w 382353"/>
                  <a:gd name="csY2" fmla="*/ 62541 h 361950"/>
                  <a:gd name="csX3" fmla="*/ 315678 w 382353"/>
                  <a:gd name="csY3" fmla="*/ 29318 h 361950"/>
                  <a:gd name="csX4" fmla="*/ 315678 w 382353"/>
                  <a:gd name="csY4" fmla="*/ 0 h 361950"/>
                  <a:gd name="csX5" fmla="*/ 48978 w 382353"/>
                  <a:gd name="csY5" fmla="*/ 0 h 361950"/>
                  <a:gd name="csX6" fmla="*/ 48978 w 382353"/>
                  <a:gd name="csY6" fmla="*/ 29308 h 361950"/>
                  <a:gd name="csX7" fmla="*/ 38329 w 382353"/>
                  <a:gd name="csY7" fmla="*/ 62532 h 361950"/>
                  <a:gd name="csX8" fmla="*/ 10430 w 382353"/>
                  <a:gd name="csY8" fmla="*/ 101584 h 361950"/>
                  <a:gd name="csX9" fmla="*/ 0 w 382353"/>
                  <a:gd name="csY9" fmla="*/ 129845 h 361950"/>
                  <a:gd name="csX10" fmla="*/ 20403 w 382353"/>
                  <a:gd name="csY10" fmla="*/ 333375 h 361950"/>
                  <a:gd name="csX11" fmla="*/ 20403 w 382353"/>
                  <a:gd name="csY11" fmla="*/ 361950 h 361950"/>
                  <a:gd name="csX12" fmla="*/ 96603 w 382353"/>
                  <a:gd name="csY12" fmla="*/ 361950 h 361950"/>
                  <a:gd name="csX13" fmla="*/ 96603 w 382353"/>
                  <a:gd name="csY13" fmla="*/ 333375 h 361950"/>
                  <a:gd name="csX14" fmla="*/ 268053 w 382353"/>
                  <a:gd name="csY14" fmla="*/ 333375 h 361950"/>
                  <a:gd name="csX15" fmla="*/ 268053 w 382353"/>
                  <a:gd name="csY15" fmla="*/ 361950 h 361950"/>
                  <a:gd name="csX16" fmla="*/ 344253 w 382353"/>
                  <a:gd name="csY16" fmla="*/ 361950 h 361950"/>
                  <a:gd name="csX17" fmla="*/ 344253 w 382353"/>
                  <a:gd name="csY17" fmla="*/ 333375 h 361950"/>
                  <a:gd name="csX18" fmla="*/ 382353 w 382353"/>
                  <a:gd name="csY18" fmla="*/ 333375 h 361950"/>
                  <a:gd name="csX19" fmla="*/ 364656 w 382353"/>
                  <a:gd name="csY19" fmla="*/ 129854 h 361950"/>
                  <a:gd name="csX20" fmla="*/ 182328 w 382353"/>
                  <a:gd name="csY20" fmla="*/ 242888 h 361950"/>
                  <a:gd name="csX21" fmla="*/ 129941 w 382353"/>
                  <a:gd name="csY21" fmla="*/ 190500 h 361950"/>
                  <a:gd name="csX22" fmla="*/ 182328 w 382353"/>
                  <a:gd name="csY22" fmla="*/ 138113 h 361950"/>
                  <a:gd name="csX23" fmla="*/ 234716 w 382353"/>
                  <a:gd name="csY23" fmla="*/ 190500 h 361950"/>
                  <a:gd name="csX24" fmla="*/ 182328 w 382353"/>
                  <a:gd name="csY24" fmla="*/ 242888 h 361950"/>
                  <a:gd name="csX0" fmla="*/ 364656 w 364656"/>
                  <a:gd name="csY0" fmla="*/ 129854 h 361950"/>
                  <a:gd name="csX1" fmla="*/ 354226 w 364656"/>
                  <a:gd name="csY1" fmla="*/ 101594 h 361950"/>
                  <a:gd name="csX2" fmla="*/ 326327 w 364656"/>
                  <a:gd name="csY2" fmla="*/ 62541 h 361950"/>
                  <a:gd name="csX3" fmla="*/ 315678 w 364656"/>
                  <a:gd name="csY3" fmla="*/ 29318 h 361950"/>
                  <a:gd name="csX4" fmla="*/ 315678 w 364656"/>
                  <a:gd name="csY4" fmla="*/ 0 h 361950"/>
                  <a:gd name="csX5" fmla="*/ 48978 w 364656"/>
                  <a:gd name="csY5" fmla="*/ 0 h 361950"/>
                  <a:gd name="csX6" fmla="*/ 48978 w 364656"/>
                  <a:gd name="csY6" fmla="*/ 29308 h 361950"/>
                  <a:gd name="csX7" fmla="*/ 38329 w 364656"/>
                  <a:gd name="csY7" fmla="*/ 62532 h 361950"/>
                  <a:gd name="csX8" fmla="*/ 10430 w 364656"/>
                  <a:gd name="csY8" fmla="*/ 101584 h 361950"/>
                  <a:gd name="csX9" fmla="*/ 0 w 364656"/>
                  <a:gd name="csY9" fmla="*/ 129845 h 361950"/>
                  <a:gd name="csX10" fmla="*/ 20403 w 364656"/>
                  <a:gd name="csY10" fmla="*/ 333375 h 361950"/>
                  <a:gd name="csX11" fmla="*/ 20403 w 364656"/>
                  <a:gd name="csY11" fmla="*/ 361950 h 361950"/>
                  <a:gd name="csX12" fmla="*/ 96603 w 364656"/>
                  <a:gd name="csY12" fmla="*/ 361950 h 361950"/>
                  <a:gd name="csX13" fmla="*/ 96603 w 364656"/>
                  <a:gd name="csY13" fmla="*/ 333375 h 361950"/>
                  <a:gd name="csX14" fmla="*/ 268053 w 364656"/>
                  <a:gd name="csY14" fmla="*/ 333375 h 361950"/>
                  <a:gd name="csX15" fmla="*/ 268053 w 364656"/>
                  <a:gd name="csY15" fmla="*/ 361950 h 361950"/>
                  <a:gd name="csX16" fmla="*/ 344253 w 364656"/>
                  <a:gd name="csY16" fmla="*/ 361950 h 361950"/>
                  <a:gd name="csX17" fmla="*/ 344253 w 364656"/>
                  <a:gd name="csY17" fmla="*/ 333375 h 361950"/>
                  <a:gd name="csX18" fmla="*/ 364656 w 364656"/>
                  <a:gd name="csY18" fmla="*/ 129854 h 361950"/>
                  <a:gd name="csX19" fmla="*/ 182328 w 364656"/>
                  <a:gd name="csY19" fmla="*/ 242888 h 361950"/>
                  <a:gd name="csX20" fmla="*/ 129941 w 364656"/>
                  <a:gd name="csY20" fmla="*/ 190500 h 361950"/>
                  <a:gd name="csX21" fmla="*/ 182328 w 364656"/>
                  <a:gd name="csY21" fmla="*/ 138113 h 361950"/>
                  <a:gd name="csX22" fmla="*/ 234716 w 364656"/>
                  <a:gd name="csY22" fmla="*/ 190500 h 361950"/>
                  <a:gd name="csX23" fmla="*/ 182328 w 364656"/>
                  <a:gd name="csY23" fmla="*/ 242888 h 361950"/>
                  <a:gd name="csX0" fmla="*/ 364656 w 364656"/>
                  <a:gd name="csY0" fmla="*/ 129854 h 361950"/>
                  <a:gd name="csX1" fmla="*/ 354226 w 364656"/>
                  <a:gd name="csY1" fmla="*/ 101594 h 361950"/>
                  <a:gd name="csX2" fmla="*/ 326327 w 364656"/>
                  <a:gd name="csY2" fmla="*/ 62541 h 361950"/>
                  <a:gd name="csX3" fmla="*/ 315678 w 364656"/>
                  <a:gd name="csY3" fmla="*/ 29318 h 361950"/>
                  <a:gd name="csX4" fmla="*/ 315678 w 364656"/>
                  <a:gd name="csY4" fmla="*/ 0 h 361950"/>
                  <a:gd name="csX5" fmla="*/ 48978 w 364656"/>
                  <a:gd name="csY5" fmla="*/ 0 h 361950"/>
                  <a:gd name="csX6" fmla="*/ 48978 w 364656"/>
                  <a:gd name="csY6" fmla="*/ 29308 h 361950"/>
                  <a:gd name="csX7" fmla="*/ 38329 w 364656"/>
                  <a:gd name="csY7" fmla="*/ 62532 h 361950"/>
                  <a:gd name="csX8" fmla="*/ 10430 w 364656"/>
                  <a:gd name="csY8" fmla="*/ 101584 h 361950"/>
                  <a:gd name="csX9" fmla="*/ 0 w 364656"/>
                  <a:gd name="csY9" fmla="*/ 129845 h 361950"/>
                  <a:gd name="csX10" fmla="*/ 20403 w 364656"/>
                  <a:gd name="csY10" fmla="*/ 333375 h 361950"/>
                  <a:gd name="csX11" fmla="*/ 96603 w 364656"/>
                  <a:gd name="csY11" fmla="*/ 361950 h 361950"/>
                  <a:gd name="csX12" fmla="*/ 96603 w 364656"/>
                  <a:gd name="csY12" fmla="*/ 333375 h 361950"/>
                  <a:gd name="csX13" fmla="*/ 268053 w 364656"/>
                  <a:gd name="csY13" fmla="*/ 333375 h 361950"/>
                  <a:gd name="csX14" fmla="*/ 268053 w 364656"/>
                  <a:gd name="csY14" fmla="*/ 361950 h 361950"/>
                  <a:gd name="csX15" fmla="*/ 344253 w 364656"/>
                  <a:gd name="csY15" fmla="*/ 361950 h 361950"/>
                  <a:gd name="csX16" fmla="*/ 344253 w 364656"/>
                  <a:gd name="csY16" fmla="*/ 333375 h 361950"/>
                  <a:gd name="csX17" fmla="*/ 364656 w 364656"/>
                  <a:gd name="csY17" fmla="*/ 129854 h 361950"/>
                  <a:gd name="csX18" fmla="*/ 182328 w 364656"/>
                  <a:gd name="csY18" fmla="*/ 242888 h 361950"/>
                  <a:gd name="csX19" fmla="*/ 129941 w 364656"/>
                  <a:gd name="csY19" fmla="*/ 190500 h 361950"/>
                  <a:gd name="csX20" fmla="*/ 182328 w 364656"/>
                  <a:gd name="csY20" fmla="*/ 138113 h 361950"/>
                  <a:gd name="csX21" fmla="*/ 234716 w 364656"/>
                  <a:gd name="csY21" fmla="*/ 190500 h 361950"/>
                  <a:gd name="csX22" fmla="*/ 182328 w 364656"/>
                  <a:gd name="csY22" fmla="*/ 242888 h 361950"/>
                  <a:gd name="csX0" fmla="*/ 364656 w 364656"/>
                  <a:gd name="csY0" fmla="*/ 129854 h 361950"/>
                  <a:gd name="csX1" fmla="*/ 354226 w 364656"/>
                  <a:gd name="csY1" fmla="*/ 101594 h 361950"/>
                  <a:gd name="csX2" fmla="*/ 326327 w 364656"/>
                  <a:gd name="csY2" fmla="*/ 62541 h 361950"/>
                  <a:gd name="csX3" fmla="*/ 315678 w 364656"/>
                  <a:gd name="csY3" fmla="*/ 29318 h 361950"/>
                  <a:gd name="csX4" fmla="*/ 315678 w 364656"/>
                  <a:gd name="csY4" fmla="*/ 0 h 361950"/>
                  <a:gd name="csX5" fmla="*/ 48978 w 364656"/>
                  <a:gd name="csY5" fmla="*/ 0 h 361950"/>
                  <a:gd name="csX6" fmla="*/ 48978 w 364656"/>
                  <a:gd name="csY6" fmla="*/ 29308 h 361950"/>
                  <a:gd name="csX7" fmla="*/ 38329 w 364656"/>
                  <a:gd name="csY7" fmla="*/ 62532 h 361950"/>
                  <a:gd name="csX8" fmla="*/ 10430 w 364656"/>
                  <a:gd name="csY8" fmla="*/ 101584 h 361950"/>
                  <a:gd name="csX9" fmla="*/ 0 w 364656"/>
                  <a:gd name="csY9" fmla="*/ 129845 h 361950"/>
                  <a:gd name="csX10" fmla="*/ 20403 w 364656"/>
                  <a:gd name="csY10" fmla="*/ 333375 h 361950"/>
                  <a:gd name="csX11" fmla="*/ 96603 w 364656"/>
                  <a:gd name="csY11" fmla="*/ 333375 h 361950"/>
                  <a:gd name="csX12" fmla="*/ 268053 w 364656"/>
                  <a:gd name="csY12" fmla="*/ 333375 h 361950"/>
                  <a:gd name="csX13" fmla="*/ 268053 w 364656"/>
                  <a:gd name="csY13" fmla="*/ 361950 h 361950"/>
                  <a:gd name="csX14" fmla="*/ 344253 w 364656"/>
                  <a:gd name="csY14" fmla="*/ 361950 h 361950"/>
                  <a:gd name="csX15" fmla="*/ 344253 w 364656"/>
                  <a:gd name="csY15" fmla="*/ 333375 h 361950"/>
                  <a:gd name="csX16" fmla="*/ 364656 w 364656"/>
                  <a:gd name="csY16" fmla="*/ 129854 h 361950"/>
                  <a:gd name="csX17" fmla="*/ 182328 w 364656"/>
                  <a:gd name="csY17" fmla="*/ 242888 h 361950"/>
                  <a:gd name="csX18" fmla="*/ 129941 w 364656"/>
                  <a:gd name="csY18" fmla="*/ 190500 h 361950"/>
                  <a:gd name="csX19" fmla="*/ 182328 w 364656"/>
                  <a:gd name="csY19" fmla="*/ 138113 h 361950"/>
                  <a:gd name="csX20" fmla="*/ 234716 w 364656"/>
                  <a:gd name="csY20" fmla="*/ 190500 h 361950"/>
                  <a:gd name="csX21" fmla="*/ 182328 w 364656"/>
                  <a:gd name="csY21" fmla="*/ 242888 h 361950"/>
                  <a:gd name="csX0" fmla="*/ 364656 w 364656"/>
                  <a:gd name="csY0" fmla="*/ 129854 h 361950"/>
                  <a:gd name="csX1" fmla="*/ 354226 w 364656"/>
                  <a:gd name="csY1" fmla="*/ 101594 h 361950"/>
                  <a:gd name="csX2" fmla="*/ 326327 w 364656"/>
                  <a:gd name="csY2" fmla="*/ 62541 h 361950"/>
                  <a:gd name="csX3" fmla="*/ 315678 w 364656"/>
                  <a:gd name="csY3" fmla="*/ 29318 h 361950"/>
                  <a:gd name="csX4" fmla="*/ 315678 w 364656"/>
                  <a:gd name="csY4" fmla="*/ 0 h 361950"/>
                  <a:gd name="csX5" fmla="*/ 48978 w 364656"/>
                  <a:gd name="csY5" fmla="*/ 0 h 361950"/>
                  <a:gd name="csX6" fmla="*/ 48978 w 364656"/>
                  <a:gd name="csY6" fmla="*/ 29308 h 361950"/>
                  <a:gd name="csX7" fmla="*/ 38329 w 364656"/>
                  <a:gd name="csY7" fmla="*/ 62532 h 361950"/>
                  <a:gd name="csX8" fmla="*/ 10430 w 364656"/>
                  <a:gd name="csY8" fmla="*/ 101584 h 361950"/>
                  <a:gd name="csX9" fmla="*/ 0 w 364656"/>
                  <a:gd name="csY9" fmla="*/ 129845 h 361950"/>
                  <a:gd name="csX10" fmla="*/ 20403 w 364656"/>
                  <a:gd name="csY10" fmla="*/ 333375 h 361950"/>
                  <a:gd name="csX11" fmla="*/ 96603 w 364656"/>
                  <a:gd name="csY11" fmla="*/ 333375 h 361950"/>
                  <a:gd name="csX12" fmla="*/ 268053 w 364656"/>
                  <a:gd name="csY12" fmla="*/ 333375 h 361950"/>
                  <a:gd name="csX13" fmla="*/ 344253 w 364656"/>
                  <a:gd name="csY13" fmla="*/ 361950 h 361950"/>
                  <a:gd name="csX14" fmla="*/ 344253 w 364656"/>
                  <a:gd name="csY14" fmla="*/ 333375 h 361950"/>
                  <a:gd name="csX15" fmla="*/ 364656 w 364656"/>
                  <a:gd name="csY15" fmla="*/ 129854 h 361950"/>
                  <a:gd name="csX16" fmla="*/ 182328 w 364656"/>
                  <a:gd name="csY16" fmla="*/ 242888 h 361950"/>
                  <a:gd name="csX17" fmla="*/ 129941 w 364656"/>
                  <a:gd name="csY17" fmla="*/ 190500 h 361950"/>
                  <a:gd name="csX18" fmla="*/ 182328 w 364656"/>
                  <a:gd name="csY18" fmla="*/ 138113 h 361950"/>
                  <a:gd name="csX19" fmla="*/ 234716 w 364656"/>
                  <a:gd name="csY19" fmla="*/ 190500 h 361950"/>
                  <a:gd name="csX20" fmla="*/ 182328 w 364656"/>
                  <a:gd name="csY20" fmla="*/ 242888 h 361950"/>
                  <a:gd name="csX0" fmla="*/ 364656 w 364656"/>
                  <a:gd name="csY0" fmla="*/ 129854 h 333375"/>
                  <a:gd name="csX1" fmla="*/ 354226 w 364656"/>
                  <a:gd name="csY1" fmla="*/ 101594 h 333375"/>
                  <a:gd name="csX2" fmla="*/ 326327 w 364656"/>
                  <a:gd name="csY2" fmla="*/ 62541 h 333375"/>
                  <a:gd name="csX3" fmla="*/ 315678 w 364656"/>
                  <a:gd name="csY3" fmla="*/ 29318 h 333375"/>
                  <a:gd name="csX4" fmla="*/ 315678 w 364656"/>
                  <a:gd name="csY4" fmla="*/ 0 h 333375"/>
                  <a:gd name="csX5" fmla="*/ 48978 w 364656"/>
                  <a:gd name="csY5" fmla="*/ 0 h 333375"/>
                  <a:gd name="csX6" fmla="*/ 48978 w 364656"/>
                  <a:gd name="csY6" fmla="*/ 29308 h 333375"/>
                  <a:gd name="csX7" fmla="*/ 38329 w 364656"/>
                  <a:gd name="csY7" fmla="*/ 62532 h 333375"/>
                  <a:gd name="csX8" fmla="*/ 10430 w 364656"/>
                  <a:gd name="csY8" fmla="*/ 101584 h 333375"/>
                  <a:gd name="csX9" fmla="*/ 0 w 364656"/>
                  <a:gd name="csY9" fmla="*/ 129845 h 333375"/>
                  <a:gd name="csX10" fmla="*/ 20403 w 364656"/>
                  <a:gd name="csY10" fmla="*/ 333375 h 333375"/>
                  <a:gd name="csX11" fmla="*/ 96603 w 364656"/>
                  <a:gd name="csY11" fmla="*/ 333375 h 333375"/>
                  <a:gd name="csX12" fmla="*/ 268053 w 364656"/>
                  <a:gd name="csY12" fmla="*/ 333375 h 333375"/>
                  <a:gd name="csX13" fmla="*/ 344253 w 364656"/>
                  <a:gd name="csY13" fmla="*/ 333375 h 333375"/>
                  <a:gd name="csX14" fmla="*/ 364656 w 364656"/>
                  <a:gd name="csY14" fmla="*/ 129854 h 333375"/>
                  <a:gd name="csX15" fmla="*/ 182328 w 364656"/>
                  <a:gd name="csY15" fmla="*/ 242888 h 333375"/>
                  <a:gd name="csX16" fmla="*/ 129941 w 364656"/>
                  <a:gd name="csY16" fmla="*/ 190500 h 333375"/>
                  <a:gd name="csX17" fmla="*/ 182328 w 364656"/>
                  <a:gd name="csY17" fmla="*/ 138113 h 333375"/>
                  <a:gd name="csX18" fmla="*/ 234716 w 364656"/>
                  <a:gd name="csY18" fmla="*/ 190500 h 333375"/>
                  <a:gd name="csX19" fmla="*/ 182328 w 364656"/>
                  <a:gd name="csY19" fmla="*/ 242888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364656" h="333375">
                    <a:moveTo>
                      <a:pt x="364656" y="129854"/>
                    </a:moveTo>
                    <a:cubicBezTo>
                      <a:pt x="363769" y="119671"/>
                      <a:pt x="360167" y="109912"/>
                      <a:pt x="354226" y="101594"/>
                    </a:cubicBezTo>
                    <a:lnTo>
                      <a:pt x="326327" y="62541"/>
                    </a:lnTo>
                    <a:cubicBezTo>
                      <a:pt x="319401" y="52848"/>
                      <a:pt x="315678" y="41232"/>
                      <a:pt x="315678" y="29318"/>
                    </a:cubicBezTo>
                    <a:lnTo>
                      <a:pt x="315678" y="0"/>
                    </a:lnTo>
                    <a:lnTo>
                      <a:pt x="48978" y="0"/>
                    </a:lnTo>
                    <a:lnTo>
                      <a:pt x="48978" y="29308"/>
                    </a:lnTo>
                    <a:cubicBezTo>
                      <a:pt x="48978" y="41222"/>
                      <a:pt x="45255" y="52838"/>
                      <a:pt x="38329" y="62532"/>
                    </a:cubicBezTo>
                    <a:lnTo>
                      <a:pt x="10430" y="101584"/>
                    </a:lnTo>
                    <a:cubicBezTo>
                      <a:pt x="4489" y="109902"/>
                      <a:pt x="887" y="119662"/>
                      <a:pt x="0" y="129845"/>
                    </a:cubicBezTo>
                    <a:lnTo>
                      <a:pt x="20403" y="333375"/>
                    </a:lnTo>
                    <a:lnTo>
                      <a:pt x="96603" y="333375"/>
                    </a:lnTo>
                    <a:lnTo>
                      <a:pt x="268053" y="333375"/>
                    </a:lnTo>
                    <a:lnTo>
                      <a:pt x="344253" y="333375"/>
                    </a:lnTo>
                    <a:lnTo>
                      <a:pt x="364656" y="129854"/>
                    </a:lnTo>
                    <a:close/>
                    <a:moveTo>
                      <a:pt x="182328" y="242888"/>
                    </a:moveTo>
                    <a:cubicBezTo>
                      <a:pt x="153395" y="242888"/>
                      <a:pt x="129941" y="219433"/>
                      <a:pt x="129941" y="190500"/>
                    </a:cubicBezTo>
                    <a:cubicBezTo>
                      <a:pt x="129941" y="161567"/>
                      <a:pt x="153395" y="138113"/>
                      <a:pt x="182328" y="138113"/>
                    </a:cubicBezTo>
                    <a:cubicBezTo>
                      <a:pt x="211261" y="138113"/>
                      <a:pt x="234716" y="161567"/>
                      <a:pt x="234716" y="190500"/>
                    </a:cubicBezTo>
                    <a:cubicBezTo>
                      <a:pt x="234684" y="219420"/>
                      <a:pt x="211248" y="242856"/>
                      <a:pt x="182328" y="24288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</p:grp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092890CB-D113-B19E-3D1F-B2125D3A67B6}"/>
              </a:ext>
            </a:extLst>
          </p:cNvPr>
          <p:cNvSpPr txBox="1">
            <a:spLocks noChangeAspect="1"/>
          </p:cNvSpPr>
          <p:nvPr/>
        </p:nvSpPr>
        <p:spPr>
          <a:xfrm>
            <a:off x="11144526" y="2046434"/>
            <a:ext cx="709769" cy="1080000"/>
          </a:xfrm>
          <a:custGeom>
            <a:avLst/>
            <a:gdLst/>
            <a:ahLst/>
            <a:cxnLst/>
            <a:rect l="l" t="t" r="r" b="b"/>
            <a:pathLst>
              <a:path w="237529" h="361429">
                <a:moveTo>
                  <a:pt x="119658" y="80591"/>
                </a:moveTo>
                <a:cubicBezTo>
                  <a:pt x="110086" y="149798"/>
                  <a:pt x="104075" y="200400"/>
                  <a:pt x="101624" y="232395"/>
                </a:cubicBezTo>
                <a:lnTo>
                  <a:pt x="133973" y="232395"/>
                </a:lnTo>
                <a:cubicBezTo>
                  <a:pt x="129217" y="191458"/>
                  <a:pt x="124446" y="140857"/>
                  <a:pt x="119658" y="80591"/>
                </a:cubicBezTo>
                <a:close/>
                <a:moveTo>
                  <a:pt x="47941" y="0"/>
                </a:moveTo>
                <a:lnTo>
                  <a:pt x="183784" y="0"/>
                </a:lnTo>
                <a:lnTo>
                  <a:pt x="237529" y="361429"/>
                </a:lnTo>
                <a:lnTo>
                  <a:pt x="141479" y="361429"/>
                </a:lnTo>
                <a:lnTo>
                  <a:pt x="136439" y="296466"/>
                </a:lnTo>
                <a:lnTo>
                  <a:pt x="102817" y="296466"/>
                </a:lnTo>
                <a:lnTo>
                  <a:pt x="97166" y="361429"/>
                </a:lnTo>
                <a:lnTo>
                  <a:pt x="0" y="361429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CA" dirty="0">
              <a:solidFill>
                <a:srgbClr val="CCCCCC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77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44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A7F415-8A09-87F1-31A3-5B8B6B7DE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078CFF-B0DB-B059-DC18-EE87EB8839F3}"/>
              </a:ext>
            </a:extLst>
          </p:cNvPr>
          <p:cNvGrpSpPr/>
          <p:nvPr/>
        </p:nvGrpSpPr>
        <p:grpSpPr>
          <a:xfrm>
            <a:off x="870673" y="764428"/>
            <a:ext cx="1080000" cy="1080000"/>
            <a:chOff x="8491670" y="3710070"/>
            <a:chExt cx="1080000" cy="10800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0D747F74-7EA2-B71D-BDA2-4C05E0144C72}"/>
                </a:ext>
              </a:extLst>
            </p:cNvPr>
            <p:cNvSpPr/>
            <p:nvPr/>
          </p:nvSpPr>
          <p:spPr>
            <a:xfrm>
              <a:off x="9031670" y="3710070"/>
              <a:ext cx="540000" cy="1080000"/>
            </a:xfrm>
            <a:custGeom>
              <a:avLst/>
              <a:gdLst>
                <a:gd name="csX0" fmla="*/ 0 w 540000"/>
                <a:gd name="csY0" fmla="*/ 0 h 1080000"/>
                <a:gd name="csX1" fmla="*/ 540000 w 540000"/>
                <a:gd name="csY1" fmla="*/ 540000 h 1080000"/>
                <a:gd name="csX2" fmla="*/ 0 w 540000"/>
                <a:gd name="csY2" fmla="*/ 1080000 h 10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A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EC85BA8-26A0-8FC9-3F34-80868CC3AE14}"/>
                </a:ext>
              </a:extLst>
            </p:cNvPr>
            <p:cNvSpPr/>
            <p:nvPr/>
          </p:nvSpPr>
          <p:spPr>
            <a:xfrm>
              <a:off x="8491670" y="3710070"/>
              <a:ext cx="540000" cy="1080000"/>
            </a:xfrm>
            <a:custGeom>
              <a:avLst/>
              <a:gdLst>
                <a:gd name="csX0" fmla="*/ 540000 w 540000"/>
                <a:gd name="csY0" fmla="*/ 0 h 1080000"/>
                <a:gd name="csX1" fmla="*/ 540000 w 540000"/>
                <a:gd name="csY1" fmla="*/ 1080000 h 1080000"/>
                <a:gd name="csX2" fmla="*/ 0 w 540000"/>
                <a:gd name="csY2" fmla="*/ 540000 h 1080000"/>
                <a:gd name="csX3" fmla="*/ 540000 w 540000"/>
                <a:gd name="csY3" fmla="*/ 0 h 10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0000" h="1080000">
                  <a:moveTo>
                    <a:pt x="540000" y="0"/>
                  </a:moveTo>
                  <a:lnTo>
                    <a:pt x="540000" y="1080000"/>
                  </a:ln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A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1DC0D41-00C3-7BC8-D5AA-3E83B6AC51FF}"/>
              </a:ext>
            </a:extLst>
          </p:cNvPr>
          <p:cNvGrpSpPr/>
          <p:nvPr/>
        </p:nvGrpSpPr>
        <p:grpSpPr>
          <a:xfrm>
            <a:off x="2487139" y="935578"/>
            <a:ext cx="1094767" cy="1090613"/>
            <a:chOff x="4234060" y="4446885"/>
            <a:chExt cx="1094767" cy="109061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C5EF6A0-4422-D0C8-B75E-DA21B11E671F}"/>
                </a:ext>
              </a:extLst>
            </p:cNvPr>
            <p:cNvGrpSpPr/>
            <p:nvPr/>
          </p:nvGrpSpPr>
          <p:grpSpPr>
            <a:xfrm>
              <a:off x="4234060" y="4446885"/>
              <a:ext cx="648652" cy="647700"/>
              <a:chOff x="4234060" y="4446885"/>
              <a:chExt cx="648652" cy="647700"/>
            </a:xfrm>
          </p:grpSpPr>
          <p:sp>
            <p:nvSpPr>
              <p:cNvPr id="12" name="Graphic 4" descr="Single gear with solid fill">
                <a:extLst>
                  <a:ext uri="{FF2B5EF4-FFF2-40B4-BE49-F238E27FC236}">
                    <a16:creationId xmlns:a16="http://schemas.microsoft.com/office/drawing/2014/main" id="{1A2E21D5-22D8-92C7-C2C5-C6156BC2C1C1}"/>
                  </a:ext>
                </a:extLst>
              </p:cNvPr>
              <p:cNvSpPr/>
              <p:nvPr/>
            </p:nvSpPr>
            <p:spPr>
              <a:xfrm rot="1320000">
                <a:off x="4234060" y="4446885"/>
                <a:ext cx="648652" cy="647700"/>
              </a:xfrm>
              <a:custGeom>
                <a:avLst/>
                <a:gdLst>
                  <a:gd name="csX0" fmla="*/ 323850 w 648652"/>
                  <a:gd name="csY0" fmla="*/ 438150 h 647700"/>
                  <a:gd name="csX1" fmla="*/ 209550 w 648652"/>
                  <a:gd name="csY1" fmla="*/ 323850 h 647700"/>
                  <a:gd name="csX2" fmla="*/ 323850 w 648652"/>
                  <a:gd name="csY2" fmla="*/ 209550 h 647700"/>
                  <a:gd name="csX3" fmla="*/ 438150 w 648652"/>
                  <a:gd name="csY3" fmla="*/ 323850 h 647700"/>
                  <a:gd name="csX4" fmla="*/ 323850 w 648652"/>
                  <a:gd name="csY4" fmla="*/ 438150 h 647700"/>
                  <a:gd name="csX5" fmla="*/ 581025 w 648652"/>
                  <a:gd name="csY5" fmla="*/ 252413 h 647700"/>
                  <a:gd name="csX6" fmla="*/ 556260 w 648652"/>
                  <a:gd name="csY6" fmla="*/ 193358 h 647700"/>
                  <a:gd name="csX7" fmla="*/ 580073 w 648652"/>
                  <a:gd name="csY7" fmla="*/ 121920 h 647700"/>
                  <a:gd name="csX8" fmla="*/ 525780 w 648652"/>
                  <a:gd name="csY8" fmla="*/ 67628 h 647700"/>
                  <a:gd name="csX9" fmla="*/ 454343 w 648652"/>
                  <a:gd name="csY9" fmla="*/ 91440 h 647700"/>
                  <a:gd name="csX10" fmla="*/ 394335 w 648652"/>
                  <a:gd name="csY10" fmla="*/ 66675 h 647700"/>
                  <a:gd name="csX11" fmla="*/ 361950 w 648652"/>
                  <a:gd name="csY11" fmla="*/ 0 h 647700"/>
                  <a:gd name="csX12" fmla="*/ 285750 w 648652"/>
                  <a:gd name="csY12" fmla="*/ 0 h 647700"/>
                  <a:gd name="csX13" fmla="*/ 252413 w 648652"/>
                  <a:gd name="csY13" fmla="*/ 66675 h 647700"/>
                  <a:gd name="csX14" fmla="*/ 193358 w 648652"/>
                  <a:gd name="csY14" fmla="*/ 91440 h 647700"/>
                  <a:gd name="csX15" fmla="*/ 121920 w 648652"/>
                  <a:gd name="csY15" fmla="*/ 67628 h 647700"/>
                  <a:gd name="csX16" fmla="*/ 67628 w 648652"/>
                  <a:gd name="csY16" fmla="*/ 121920 h 647700"/>
                  <a:gd name="csX17" fmla="*/ 91440 w 648652"/>
                  <a:gd name="csY17" fmla="*/ 193358 h 647700"/>
                  <a:gd name="csX18" fmla="*/ 66675 w 648652"/>
                  <a:gd name="csY18" fmla="*/ 253365 h 647700"/>
                  <a:gd name="csX19" fmla="*/ 0 w 648652"/>
                  <a:gd name="csY19" fmla="*/ 285750 h 647700"/>
                  <a:gd name="csX20" fmla="*/ 0 w 648652"/>
                  <a:gd name="csY20" fmla="*/ 361950 h 647700"/>
                  <a:gd name="csX21" fmla="*/ 66675 w 648652"/>
                  <a:gd name="csY21" fmla="*/ 395288 h 647700"/>
                  <a:gd name="csX22" fmla="*/ 91440 w 648652"/>
                  <a:gd name="csY22" fmla="*/ 454343 h 647700"/>
                  <a:gd name="csX23" fmla="*/ 67628 w 648652"/>
                  <a:gd name="csY23" fmla="*/ 525780 h 647700"/>
                  <a:gd name="csX24" fmla="*/ 121920 w 648652"/>
                  <a:gd name="csY24" fmla="*/ 580073 h 647700"/>
                  <a:gd name="csX25" fmla="*/ 193358 w 648652"/>
                  <a:gd name="csY25" fmla="*/ 556260 h 647700"/>
                  <a:gd name="csX26" fmla="*/ 253365 w 648652"/>
                  <a:gd name="csY26" fmla="*/ 581025 h 647700"/>
                  <a:gd name="csX27" fmla="*/ 286703 w 648652"/>
                  <a:gd name="csY27" fmla="*/ 647700 h 647700"/>
                  <a:gd name="csX28" fmla="*/ 362903 w 648652"/>
                  <a:gd name="csY28" fmla="*/ 647700 h 647700"/>
                  <a:gd name="csX29" fmla="*/ 396240 w 648652"/>
                  <a:gd name="csY29" fmla="*/ 581025 h 647700"/>
                  <a:gd name="csX30" fmla="*/ 455295 w 648652"/>
                  <a:gd name="csY30" fmla="*/ 556260 h 647700"/>
                  <a:gd name="csX31" fmla="*/ 526733 w 648652"/>
                  <a:gd name="csY31" fmla="*/ 580073 h 647700"/>
                  <a:gd name="csX32" fmla="*/ 581025 w 648652"/>
                  <a:gd name="csY32" fmla="*/ 525780 h 647700"/>
                  <a:gd name="csX33" fmla="*/ 557213 w 648652"/>
                  <a:gd name="csY33" fmla="*/ 454343 h 647700"/>
                  <a:gd name="csX34" fmla="*/ 581978 w 648652"/>
                  <a:gd name="csY34" fmla="*/ 394335 h 647700"/>
                  <a:gd name="csX35" fmla="*/ 648653 w 648652"/>
                  <a:gd name="csY35" fmla="*/ 360998 h 647700"/>
                  <a:gd name="csX36" fmla="*/ 648653 w 648652"/>
                  <a:gd name="csY36" fmla="*/ 284798 h 647700"/>
                  <a:gd name="csX37" fmla="*/ 581025 w 648652"/>
                  <a:gd name="csY37" fmla="*/ 252413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648652" h="647700">
                    <a:moveTo>
                      <a:pt x="323850" y="438150"/>
                    </a:moveTo>
                    <a:cubicBezTo>
                      <a:pt x="260985" y="438150"/>
                      <a:pt x="209550" y="386715"/>
                      <a:pt x="209550" y="323850"/>
                    </a:cubicBezTo>
                    <a:cubicBezTo>
                      <a:pt x="209550" y="260985"/>
                      <a:pt x="260985" y="209550"/>
                      <a:pt x="323850" y="209550"/>
                    </a:cubicBezTo>
                    <a:cubicBezTo>
                      <a:pt x="386715" y="209550"/>
                      <a:pt x="438150" y="260985"/>
                      <a:pt x="438150" y="323850"/>
                    </a:cubicBezTo>
                    <a:cubicBezTo>
                      <a:pt x="438150" y="386715"/>
                      <a:pt x="386715" y="438150"/>
                      <a:pt x="323850" y="438150"/>
                    </a:cubicBezTo>
                    <a:close/>
                    <a:moveTo>
                      <a:pt x="581025" y="252413"/>
                    </a:moveTo>
                    <a:cubicBezTo>
                      <a:pt x="575310" y="231458"/>
                      <a:pt x="566738" y="211455"/>
                      <a:pt x="556260" y="193358"/>
                    </a:cubicBezTo>
                    <a:lnTo>
                      <a:pt x="580073" y="121920"/>
                    </a:lnTo>
                    <a:lnTo>
                      <a:pt x="525780" y="67628"/>
                    </a:lnTo>
                    <a:lnTo>
                      <a:pt x="454343" y="91440"/>
                    </a:lnTo>
                    <a:cubicBezTo>
                      <a:pt x="435293" y="80963"/>
                      <a:pt x="415290" y="72390"/>
                      <a:pt x="394335" y="66675"/>
                    </a:cubicBezTo>
                    <a:lnTo>
                      <a:pt x="361950" y="0"/>
                    </a:lnTo>
                    <a:lnTo>
                      <a:pt x="285750" y="0"/>
                    </a:lnTo>
                    <a:lnTo>
                      <a:pt x="252413" y="66675"/>
                    </a:lnTo>
                    <a:cubicBezTo>
                      <a:pt x="231458" y="72390"/>
                      <a:pt x="211455" y="80963"/>
                      <a:pt x="193358" y="91440"/>
                    </a:cubicBezTo>
                    <a:lnTo>
                      <a:pt x="121920" y="67628"/>
                    </a:lnTo>
                    <a:lnTo>
                      <a:pt x="67628" y="121920"/>
                    </a:lnTo>
                    <a:lnTo>
                      <a:pt x="91440" y="193358"/>
                    </a:lnTo>
                    <a:cubicBezTo>
                      <a:pt x="80963" y="212408"/>
                      <a:pt x="72390" y="232410"/>
                      <a:pt x="66675" y="253365"/>
                    </a:cubicBezTo>
                    <a:lnTo>
                      <a:pt x="0" y="285750"/>
                    </a:lnTo>
                    <a:lnTo>
                      <a:pt x="0" y="361950"/>
                    </a:lnTo>
                    <a:lnTo>
                      <a:pt x="66675" y="395288"/>
                    </a:lnTo>
                    <a:cubicBezTo>
                      <a:pt x="72390" y="416243"/>
                      <a:pt x="80963" y="436245"/>
                      <a:pt x="91440" y="454343"/>
                    </a:cubicBezTo>
                    <a:lnTo>
                      <a:pt x="67628" y="525780"/>
                    </a:lnTo>
                    <a:lnTo>
                      <a:pt x="121920" y="580073"/>
                    </a:lnTo>
                    <a:lnTo>
                      <a:pt x="193358" y="556260"/>
                    </a:lnTo>
                    <a:cubicBezTo>
                      <a:pt x="212408" y="566738"/>
                      <a:pt x="232410" y="575310"/>
                      <a:pt x="253365" y="581025"/>
                    </a:cubicBezTo>
                    <a:lnTo>
                      <a:pt x="286703" y="647700"/>
                    </a:lnTo>
                    <a:lnTo>
                      <a:pt x="362903" y="647700"/>
                    </a:lnTo>
                    <a:lnTo>
                      <a:pt x="396240" y="581025"/>
                    </a:lnTo>
                    <a:cubicBezTo>
                      <a:pt x="417195" y="575310"/>
                      <a:pt x="437198" y="566738"/>
                      <a:pt x="455295" y="556260"/>
                    </a:cubicBezTo>
                    <a:lnTo>
                      <a:pt x="526733" y="580073"/>
                    </a:lnTo>
                    <a:lnTo>
                      <a:pt x="581025" y="525780"/>
                    </a:lnTo>
                    <a:lnTo>
                      <a:pt x="557213" y="454343"/>
                    </a:lnTo>
                    <a:cubicBezTo>
                      <a:pt x="567690" y="435293"/>
                      <a:pt x="576263" y="415290"/>
                      <a:pt x="581978" y="394335"/>
                    </a:cubicBezTo>
                    <a:lnTo>
                      <a:pt x="648653" y="360998"/>
                    </a:lnTo>
                    <a:lnTo>
                      <a:pt x="648653" y="284798"/>
                    </a:lnTo>
                    <a:lnTo>
                      <a:pt x="581025" y="252413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71FAE719-B728-5BED-78A8-43DCA2B2D5CB}"/>
                  </a:ext>
                </a:extLst>
              </p:cNvPr>
              <p:cNvSpPr/>
              <p:nvPr/>
            </p:nvSpPr>
            <p:spPr>
              <a:xfrm rot="1320000">
                <a:off x="4396223" y="4604048"/>
                <a:ext cx="324326" cy="333375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B8866F2-D136-7844-572E-38640271DF47}"/>
                  </a:ext>
                </a:extLst>
              </p:cNvPr>
              <p:cNvSpPr/>
              <p:nvPr/>
            </p:nvSpPr>
            <p:spPr>
              <a:xfrm rot="1320000">
                <a:off x="4520835" y="4733184"/>
                <a:ext cx="75102" cy="7510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CDD440B-EE3F-EA8F-F26F-A7DA4CE2F994}"/>
                </a:ext>
              </a:extLst>
            </p:cNvPr>
            <p:cNvGrpSpPr/>
            <p:nvPr/>
          </p:nvGrpSpPr>
          <p:grpSpPr>
            <a:xfrm>
              <a:off x="4680175" y="4889798"/>
              <a:ext cx="648652" cy="647700"/>
              <a:chOff x="4680175" y="4889798"/>
              <a:chExt cx="648652" cy="6477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CC6F408-37C3-8ADB-FACB-CB267FCD7DAA}"/>
                  </a:ext>
                </a:extLst>
              </p:cNvPr>
              <p:cNvSpPr/>
              <p:nvPr/>
            </p:nvSpPr>
            <p:spPr>
              <a:xfrm>
                <a:off x="4842338" y="5046961"/>
                <a:ext cx="324326" cy="333375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10" name="Graphic 4" descr="Single gear with solid fill">
                <a:extLst>
                  <a:ext uri="{FF2B5EF4-FFF2-40B4-BE49-F238E27FC236}">
                    <a16:creationId xmlns:a16="http://schemas.microsoft.com/office/drawing/2014/main" id="{B6B56CEA-6AA2-5C80-AE80-1FC12B2ECD58}"/>
                  </a:ext>
                </a:extLst>
              </p:cNvPr>
              <p:cNvSpPr/>
              <p:nvPr/>
            </p:nvSpPr>
            <p:spPr>
              <a:xfrm>
                <a:off x="4680175" y="4889798"/>
                <a:ext cx="648652" cy="647700"/>
              </a:xfrm>
              <a:custGeom>
                <a:avLst/>
                <a:gdLst>
                  <a:gd name="csX0" fmla="*/ 323850 w 648652"/>
                  <a:gd name="csY0" fmla="*/ 438150 h 647700"/>
                  <a:gd name="csX1" fmla="*/ 209550 w 648652"/>
                  <a:gd name="csY1" fmla="*/ 323850 h 647700"/>
                  <a:gd name="csX2" fmla="*/ 323850 w 648652"/>
                  <a:gd name="csY2" fmla="*/ 209550 h 647700"/>
                  <a:gd name="csX3" fmla="*/ 438150 w 648652"/>
                  <a:gd name="csY3" fmla="*/ 323850 h 647700"/>
                  <a:gd name="csX4" fmla="*/ 323850 w 648652"/>
                  <a:gd name="csY4" fmla="*/ 438150 h 647700"/>
                  <a:gd name="csX5" fmla="*/ 581025 w 648652"/>
                  <a:gd name="csY5" fmla="*/ 252413 h 647700"/>
                  <a:gd name="csX6" fmla="*/ 556260 w 648652"/>
                  <a:gd name="csY6" fmla="*/ 193358 h 647700"/>
                  <a:gd name="csX7" fmla="*/ 580073 w 648652"/>
                  <a:gd name="csY7" fmla="*/ 121920 h 647700"/>
                  <a:gd name="csX8" fmla="*/ 525780 w 648652"/>
                  <a:gd name="csY8" fmla="*/ 67628 h 647700"/>
                  <a:gd name="csX9" fmla="*/ 454343 w 648652"/>
                  <a:gd name="csY9" fmla="*/ 91440 h 647700"/>
                  <a:gd name="csX10" fmla="*/ 394335 w 648652"/>
                  <a:gd name="csY10" fmla="*/ 66675 h 647700"/>
                  <a:gd name="csX11" fmla="*/ 361950 w 648652"/>
                  <a:gd name="csY11" fmla="*/ 0 h 647700"/>
                  <a:gd name="csX12" fmla="*/ 285750 w 648652"/>
                  <a:gd name="csY12" fmla="*/ 0 h 647700"/>
                  <a:gd name="csX13" fmla="*/ 252413 w 648652"/>
                  <a:gd name="csY13" fmla="*/ 66675 h 647700"/>
                  <a:gd name="csX14" fmla="*/ 193358 w 648652"/>
                  <a:gd name="csY14" fmla="*/ 91440 h 647700"/>
                  <a:gd name="csX15" fmla="*/ 121920 w 648652"/>
                  <a:gd name="csY15" fmla="*/ 67628 h 647700"/>
                  <a:gd name="csX16" fmla="*/ 67628 w 648652"/>
                  <a:gd name="csY16" fmla="*/ 121920 h 647700"/>
                  <a:gd name="csX17" fmla="*/ 91440 w 648652"/>
                  <a:gd name="csY17" fmla="*/ 193358 h 647700"/>
                  <a:gd name="csX18" fmla="*/ 66675 w 648652"/>
                  <a:gd name="csY18" fmla="*/ 253365 h 647700"/>
                  <a:gd name="csX19" fmla="*/ 0 w 648652"/>
                  <a:gd name="csY19" fmla="*/ 285750 h 647700"/>
                  <a:gd name="csX20" fmla="*/ 0 w 648652"/>
                  <a:gd name="csY20" fmla="*/ 361950 h 647700"/>
                  <a:gd name="csX21" fmla="*/ 66675 w 648652"/>
                  <a:gd name="csY21" fmla="*/ 395288 h 647700"/>
                  <a:gd name="csX22" fmla="*/ 91440 w 648652"/>
                  <a:gd name="csY22" fmla="*/ 454343 h 647700"/>
                  <a:gd name="csX23" fmla="*/ 67628 w 648652"/>
                  <a:gd name="csY23" fmla="*/ 525780 h 647700"/>
                  <a:gd name="csX24" fmla="*/ 121920 w 648652"/>
                  <a:gd name="csY24" fmla="*/ 580073 h 647700"/>
                  <a:gd name="csX25" fmla="*/ 193358 w 648652"/>
                  <a:gd name="csY25" fmla="*/ 556260 h 647700"/>
                  <a:gd name="csX26" fmla="*/ 253365 w 648652"/>
                  <a:gd name="csY26" fmla="*/ 581025 h 647700"/>
                  <a:gd name="csX27" fmla="*/ 286703 w 648652"/>
                  <a:gd name="csY27" fmla="*/ 647700 h 647700"/>
                  <a:gd name="csX28" fmla="*/ 362903 w 648652"/>
                  <a:gd name="csY28" fmla="*/ 647700 h 647700"/>
                  <a:gd name="csX29" fmla="*/ 396240 w 648652"/>
                  <a:gd name="csY29" fmla="*/ 581025 h 647700"/>
                  <a:gd name="csX30" fmla="*/ 455295 w 648652"/>
                  <a:gd name="csY30" fmla="*/ 556260 h 647700"/>
                  <a:gd name="csX31" fmla="*/ 526733 w 648652"/>
                  <a:gd name="csY31" fmla="*/ 580073 h 647700"/>
                  <a:gd name="csX32" fmla="*/ 581025 w 648652"/>
                  <a:gd name="csY32" fmla="*/ 525780 h 647700"/>
                  <a:gd name="csX33" fmla="*/ 557213 w 648652"/>
                  <a:gd name="csY33" fmla="*/ 454343 h 647700"/>
                  <a:gd name="csX34" fmla="*/ 581978 w 648652"/>
                  <a:gd name="csY34" fmla="*/ 394335 h 647700"/>
                  <a:gd name="csX35" fmla="*/ 648653 w 648652"/>
                  <a:gd name="csY35" fmla="*/ 360998 h 647700"/>
                  <a:gd name="csX36" fmla="*/ 648653 w 648652"/>
                  <a:gd name="csY36" fmla="*/ 284798 h 647700"/>
                  <a:gd name="csX37" fmla="*/ 581025 w 648652"/>
                  <a:gd name="csY37" fmla="*/ 252413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648652" h="647700">
                    <a:moveTo>
                      <a:pt x="323850" y="438150"/>
                    </a:moveTo>
                    <a:cubicBezTo>
                      <a:pt x="260985" y="438150"/>
                      <a:pt x="209550" y="386715"/>
                      <a:pt x="209550" y="323850"/>
                    </a:cubicBezTo>
                    <a:cubicBezTo>
                      <a:pt x="209550" y="260985"/>
                      <a:pt x="260985" y="209550"/>
                      <a:pt x="323850" y="209550"/>
                    </a:cubicBezTo>
                    <a:cubicBezTo>
                      <a:pt x="386715" y="209550"/>
                      <a:pt x="438150" y="260985"/>
                      <a:pt x="438150" y="323850"/>
                    </a:cubicBezTo>
                    <a:cubicBezTo>
                      <a:pt x="438150" y="386715"/>
                      <a:pt x="386715" y="438150"/>
                      <a:pt x="323850" y="438150"/>
                    </a:cubicBezTo>
                    <a:close/>
                    <a:moveTo>
                      <a:pt x="581025" y="252413"/>
                    </a:moveTo>
                    <a:cubicBezTo>
                      <a:pt x="575310" y="231458"/>
                      <a:pt x="566738" y="211455"/>
                      <a:pt x="556260" y="193358"/>
                    </a:cubicBezTo>
                    <a:lnTo>
                      <a:pt x="580073" y="121920"/>
                    </a:lnTo>
                    <a:lnTo>
                      <a:pt x="525780" y="67628"/>
                    </a:lnTo>
                    <a:lnTo>
                      <a:pt x="454343" y="91440"/>
                    </a:lnTo>
                    <a:cubicBezTo>
                      <a:pt x="435293" y="80963"/>
                      <a:pt x="415290" y="72390"/>
                      <a:pt x="394335" y="66675"/>
                    </a:cubicBezTo>
                    <a:lnTo>
                      <a:pt x="361950" y="0"/>
                    </a:lnTo>
                    <a:lnTo>
                      <a:pt x="285750" y="0"/>
                    </a:lnTo>
                    <a:lnTo>
                      <a:pt x="252413" y="66675"/>
                    </a:lnTo>
                    <a:cubicBezTo>
                      <a:pt x="231458" y="72390"/>
                      <a:pt x="211455" y="80963"/>
                      <a:pt x="193358" y="91440"/>
                    </a:cubicBezTo>
                    <a:lnTo>
                      <a:pt x="121920" y="67628"/>
                    </a:lnTo>
                    <a:lnTo>
                      <a:pt x="67628" y="121920"/>
                    </a:lnTo>
                    <a:lnTo>
                      <a:pt x="91440" y="193358"/>
                    </a:lnTo>
                    <a:cubicBezTo>
                      <a:pt x="80963" y="212408"/>
                      <a:pt x="72390" y="232410"/>
                      <a:pt x="66675" y="253365"/>
                    </a:cubicBezTo>
                    <a:lnTo>
                      <a:pt x="0" y="285750"/>
                    </a:lnTo>
                    <a:lnTo>
                      <a:pt x="0" y="361950"/>
                    </a:lnTo>
                    <a:lnTo>
                      <a:pt x="66675" y="395288"/>
                    </a:lnTo>
                    <a:cubicBezTo>
                      <a:pt x="72390" y="416243"/>
                      <a:pt x="80963" y="436245"/>
                      <a:pt x="91440" y="454343"/>
                    </a:cubicBezTo>
                    <a:lnTo>
                      <a:pt x="67628" y="525780"/>
                    </a:lnTo>
                    <a:lnTo>
                      <a:pt x="121920" y="580073"/>
                    </a:lnTo>
                    <a:lnTo>
                      <a:pt x="193358" y="556260"/>
                    </a:lnTo>
                    <a:cubicBezTo>
                      <a:pt x="212408" y="566738"/>
                      <a:pt x="232410" y="575310"/>
                      <a:pt x="253365" y="581025"/>
                    </a:cubicBezTo>
                    <a:lnTo>
                      <a:pt x="286703" y="647700"/>
                    </a:lnTo>
                    <a:lnTo>
                      <a:pt x="362903" y="647700"/>
                    </a:lnTo>
                    <a:lnTo>
                      <a:pt x="396240" y="581025"/>
                    </a:lnTo>
                    <a:cubicBezTo>
                      <a:pt x="417195" y="575310"/>
                      <a:pt x="437198" y="566738"/>
                      <a:pt x="455295" y="556260"/>
                    </a:cubicBezTo>
                    <a:lnTo>
                      <a:pt x="526733" y="580073"/>
                    </a:lnTo>
                    <a:lnTo>
                      <a:pt x="581025" y="525780"/>
                    </a:lnTo>
                    <a:lnTo>
                      <a:pt x="557213" y="454343"/>
                    </a:lnTo>
                    <a:cubicBezTo>
                      <a:pt x="567690" y="435293"/>
                      <a:pt x="576263" y="415290"/>
                      <a:pt x="581978" y="394335"/>
                    </a:cubicBezTo>
                    <a:lnTo>
                      <a:pt x="648653" y="360998"/>
                    </a:lnTo>
                    <a:lnTo>
                      <a:pt x="648653" y="284798"/>
                    </a:lnTo>
                    <a:lnTo>
                      <a:pt x="581025" y="252413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5403B4E-C359-917A-1CB4-7665C62D2FDE}"/>
                  </a:ext>
                </a:extLst>
              </p:cNvPr>
              <p:cNvSpPr/>
              <p:nvPr/>
            </p:nvSpPr>
            <p:spPr>
              <a:xfrm rot="1320000">
                <a:off x="4966950" y="5176097"/>
                <a:ext cx="75102" cy="75102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962D614-A401-70C3-1239-3AC060A92253}"/>
              </a:ext>
            </a:extLst>
          </p:cNvPr>
          <p:cNvGrpSpPr/>
          <p:nvPr/>
        </p:nvGrpSpPr>
        <p:grpSpPr>
          <a:xfrm>
            <a:off x="5183005" y="451610"/>
            <a:ext cx="2151245" cy="3592076"/>
            <a:chOff x="5183005" y="451610"/>
            <a:chExt cx="2151245" cy="3592076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47D310F-E481-EEAD-DBFF-9F3F94B48743}"/>
                </a:ext>
              </a:extLst>
            </p:cNvPr>
            <p:cNvSpPr/>
            <p:nvPr/>
          </p:nvSpPr>
          <p:spPr>
            <a:xfrm>
              <a:off x="5715000" y="2997200"/>
              <a:ext cx="825500" cy="9017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744F132-23F5-0A22-9BD2-546615F28F91}"/>
                </a:ext>
              </a:extLst>
            </p:cNvPr>
            <p:cNvGrpSpPr/>
            <p:nvPr/>
          </p:nvGrpSpPr>
          <p:grpSpPr>
            <a:xfrm>
              <a:off x="5183005" y="451610"/>
              <a:ext cx="2151245" cy="3592076"/>
              <a:chOff x="5183005" y="451610"/>
              <a:chExt cx="2151245" cy="3592076"/>
            </a:xfrm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E941FF87-D3F7-0541-04C2-720F5DDF54EC}"/>
                  </a:ext>
                </a:extLst>
              </p:cNvPr>
              <p:cNvSpPr/>
              <p:nvPr/>
            </p:nvSpPr>
            <p:spPr>
              <a:xfrm>
                <a:off x="5189006" y="451610"/>
                <a:ext cx="1848676" cy="380337"/>
              </a:xfrm>
              <a:custGeom>
                <a:avLst/>
                <a:gdLst>
                  <a:gd name="csX0" fmla="*/ 28575 w 361949"/>
                  <a:gd name="csY0" fmla="*/ 85725 h 85725"/>
                  <a:gd name="csX1" fmla="*/ 333375 w 361949"/>
                  <a:gd name="csY1" fmla="*/ 85725 h 85725"/>
                  <a:gd name="csX2" fmla="*/ 361950 w 361949"/>
                  <a:gd name="csY2" fmla="*/ 57150 h 85725"/>
                  <a:gd name="csX3" fmla="*/ 333375 w 361949"/>
                  <a:gd name="csY3" fmla="*/ 28575 h 85725"/>
                  <a:gd name="csX4" fmla="*/ 242888 w 361949"/>
                  <a:gd name="csY4" fmla="*/ 28575 h 85725"/>
                  <a:gd name="csX5" fmla="*/ 233867 w 361949"/>
                  <a:gd name="csY5" fmla="*/ 10535 h 85725"/>
                  <a:gd name="csX6" fmla="*/ 216827 w 361949"/>
                  <a:gd name="csY6" fmla="*/ 0 h 85725"/>
                  <a:gd name="csX7" fmla="*/ 145123 w 361949"/>
                  <a:gd name="csY7" fmla="*/ 0 h 85725"/>
                  <a:gd name="csX8" fmla="*/ 128083 w 361949"/>
                  <a:gd name="csY8" fmla="*/ 10535 h 85725"/>
                  <a:gd name="csX9" fmla="*/ 119063 w 361949"/>
                  <a:gd name="csY9" fmla="*/ 28575 h 85725"/>
                  <a:gd name="csX10" fmla="*/ 28575 w 361949"/>
                  <a:gd name="csY10" fmla="*/ 28575 h 85725"/>
                  <a:gd name="csX11" fmla="*/ 0 w 361949"/>
                  <a:gd name="csY11" fmla="*/ 57150 h 85725"/>
                  <a:gd name="csX12" fmla="*/ 28575 w 361949"/>
                  <a:gd name="csY12" fmla="*/ 85725 h 85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361949" h="85725">
                    <a:moveTo>
                      <a:pt x="28575" y="85725"/>
                    </a:moveTo>
                    <a:lnTo>
                      <a:pt x="333375" y="85725"/>
                    </a:lnTo>
                    <a:cubicBezTo>
                      <a:pt x="349156" y="85725"/>
                      <a:pt x="361950" y="72932"/>
                      <a:pt x="361950" y="57150"/>
                    </a:cubicBezTo>
                    <a:cubicBezTo>
                      <a:pt x="361950" y="41369"/>
                      <a:pt x="349156" y="28575"/>
                      <a:pt x="333375" y="28575"/>
                    </a:cubicBezTo>
                    <a:lnTo>
                      <a:pt x="242888" y="28575"/>
                    </a:lnTo>
                    <a:lnTo>
                      <a:pt x="233867" y="10535"/>
                    </a:lnTo>
                    <a:cubicBezTo>
                      <a:pt x="230641" y="4079"/>
                      <a:pt x="224044" y="0"/>
                      <a:pt x="216827" y="0"/>
                    </a:cubicBezTo>
                    <a:lnTo>
                      <a:pt x="145123" y="0"/>
                    </a:lnTo>
                    <a:cubicBezTo>
                      <a:pt x="137906" y="0"/>
                      <a:pt x="131309" y="4079"/>
                      <a:pt x="128083" y="10535"/>
                    </a:cubicBezTo>
                    <a:lnTo>
                      <a:pt x="119063" y="28575"/>
                    </a:lnTo>
                    <a:lnTo>
                      <a:pt x="28575" y="28575"/>
                    </a:lnTo>
                    <a:cubicBezTo>
                      <a:pt x="12793" y="28575"/>
                      <a:pt x="0" y="41369"/>
                      <a:pt x="0" y="57150"/>
                    </a:cubicBezTo>
                    <a:cubicBezTo>
                      <a:pt x="0" y="72932"/>
                      <a:pt x="12793" y="85725"/>
                      <a:pt x="28575" y="85725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39804AD-C66C-5F6C-40B6-F36420C7B2EF}"/>
                  </a:ext>
                </a:extLst>
              </p:cNvPr>
              <p:cNvSpPr/>
              <p:nvPr/>
            </p:nvSpPr>
            <p:spPr>
              <a:xfrm>
                <a:off x="5273570" y="1000986"/>
                <a:ext cx="2060680" cy="1394571"/>
              </a:xfrm>
              <a:custGeom>
                <a:avLst/>
                <a:gdLst>
                  <a:gd name="csX0" fmla="*/ 365322 w 403457"/>
                  <a:gd name="csY0" fmla="*/ 47625 h 314325"/>
                  <a:gd name="csX1" fmla="*/ 318078 w 403457"/>
                  <a:gd name="csY1" fmla="*/ 47625 h 314325"/>
                  <a:gd name="csX2" fmla="*/ 323850 w 403457"/>
                  <a:gd name="csY2" fmla="*/ 0 h 314325"/>
                  <a:gd name="csX3" fmla="*/ 0 w 403457"/>
                  <a:gd name="csY3" fmla="*/ 0 h 314325"/>
                  <a:gd name="csX4" fmla="*/ 38100 w 403457"/>
                  <a:gd name="csY4" fmla="*/ 314325 h 314325"/>
                  <a:gd name="csX5" fmla="*/ 285750 w 403457"/>
                  <a:gd name="csY5" fmla="*/ 314325 h 314325"/>
                  <a:gd name="csX6" fmla="*/ 293570 w 403457"/>
                  <a:gd name="csY6" fmla="*/ 249784 h 314325"/>
                  <a:gd name="csX7" fmla="*/ 352625 w 403457"/>
                  <a:gd name="csY7" fmla="*/ 241906 h 314325"/>
                  <a:gd name="csX8" fmla="*/ 385267 w 403457"/>
                  <a:gd name="csY8" fmla="*/ 209798 h 314325"/>
                  <a:gd name="csX9" fmla="*/ 403031 w 403457"/>
                  <a:gd name="csY9" fmla="*/ 91373 h 314325"/>
                  <a:gd name="csX10" fmla="*/ 371001 w 403457"/>
                  <a:gd name="csY10" fmla="*/ 48046 h 314325"/>
                  <a:gd name="csX11" fmla="*/ 365322 w 403457"/>
                  <a:gd name="csY11" fmla="*/ 47625 h 314325"/>
                  <a:gd name="csX12" fmla="*/ 347605 w 403457"/>
                  <a:gd name="csY12" fmla="*/ 204140 h 314325"/>
                  <a:gd name="csX13" fmla="*/ 298352 w 403457"/>
                  <a:gd name="csY13" fmla="*/ 210712 h 314325"/>
                  <a:gd name="csX14" fmla="*/ 313449 w 403457"/>
                  <a:gd name="csY14" fmla="*/ 85725 h 314325"/>
                  <a:gd name="csX15" fmla="*/ 365322 w 403457"/>
                  <a:gd name="csY15" fmla="*/ 85725 h 3143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03457" h="314325">
                    <a:moveTo>
                      <a:pt x="365322" y="47625"/>
                    </a:moveTo>
                    <a:lnTo>
                      <a:pt x="318078" y="47625"/>
                    </a:lnTo>
                    <a:lnTo>
                      <a:pt x="323850" y="0"/>
                    </a:lnTo>
                    <a:lnTo>
                      <a:pt x="0" y="0"/>
                    </a:lnTo>
                    <a:lnTo>
                      <a:pt x="38100" y="314325"/>
                    </a:lnTo>
                    <a:lnTo>
                      <a:pt x="285750" y="314325"/>
                    </a:lnTo>
                    <a:lnTo>
                      <a:pt x="293570" y="249784"/>
                    </a:lnTo>
                    <a:lnTo>
                      <a:pt x="352625" y="241906"/>
                    </a:lnTo>
                    <a:cubicBezTo>
                      <a:pt x="369440" y="239664"/>
                      <a:pt x="382749" y="226574"/>
                      <a:pt x="385267" y="209798"/>
                    </a:cubicBezTo>
                    <a:lnTo>
                      <a:pt x="403031" y="91373"/>
                    </a:lnTo>
                    <a:cubicBezTo>
                      <a:pt x="406151" y="70564"/>
                      <a:pt x="391810" y="51165"/>
                      <a:pt x="371001" y="48046"/>
                    </a:cubicBezTo>
                    <a:cubicBezTo>
                      <a:pt x="369121" y="47764"/>
                      <a:pt x="367223" y="47623"/>
                      <a:pt x="365322" y="47625"/>
                    </a:cubicBezTo>
                    <a:close/>
                    <a:moveTo>
                      <a:pt x="347605" y="204140"/>
                    </a:moveTo>
                    <a:lnTo>
                      <a:pt x="298352" y="210712"/>
                    </a:lnTo>
                    <a:lnTo>
                      <a:pt x="313449" y="85725"/>
                    </a:lnTo>
                    <a:lnTo>
                      <a:pt x="365322" y="85725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0438848E-381A-072F-74F6-E88EB80B2896}"/>
                  </a:ext>
                </a:extLst>
              </p:cNvPr>
              <p:cNvSpPr/>
              <p:nvPr/>
            </p:nvSpPr>
            <p:spPr>
              <a:xfrm>
                <a:off x="5183005" y="2564596"/>
                <a:ext cx="1862500" cy="1479090"/>
              </a:xfrm>
              <a:custGeom>
                <a:avLst/>
                <a:gdLst>
                  <a:gd name="csX0" fmla="*/ 382353 w 400049"/>
                  <a:gd name="csY0" fmla="*/ 129854 h 361950"/>
                  <a:gd name="csX1" fmla="*/ 371923 w 400049"/>
                  <a:gd name="csY1" fmla="*/ 101594 h 361950"/>
                  <a:gd name="csX2" fmla="*/ 344024 w 400049"/>
                  <a:gd name="csY2" fmla="*/ 62541 h 361950"/>
                  <a:gd name="csX3" fmla="*/ 333375 w 400049"/>
                  <a:gd name="csY3" fmla="*/ 29318 h 361950"/>
                  <a:gd name="csX4" fmla="*/ 333375 w 400049"/>
                  <a:gd name="csY4" fmla="*/ 0 h 361950"/>
                  <a:gd name="csX5" fmla="*/ 66675 w 400049"/>
                  <a:gd name="csY5" fmla="*/ 0 h 361950"/>
                  <a:gd name="csX6" fmla="*/ 66675 w 400049"/>
                  <a:gd name="csY6" fmla="*/ 29308 h 361950"/>
                  <a:gd name="csX7" fmla="*/ 56026 w 400049"/>
                  <a:gd name="csY7" fmla="*/ 62532 h 361950"/>
                  <a:gd name="csX8" fmla="*/ 28127 w 400049"/>
                  <a:gd name="csY8" fmla="*/ 101584 h 361950"/>
                  <a:gd name="csX9" fmla="*/ 17697 w 400049"/>
                  <a:gd name="csY9" fmla="*/ 129845 h 361950"/>
                  <a:gd name="csX10" fmla="*/ 0 w 400049"/>
                  <a:gd name="csY10" fmla="*/ 333375 h 361950"/>
                  <a:gd name="csX11" fmla="*/ 38100 w 400049"/>
                  <a:gd name="csY11" fmla="*/ 333375 h 361950"/>
                  <a:gd name="csX12" fmla="*/ 38100 w 400049"/>
                  <a:gd name="csY12" fmla="*/ 361950 h 361950"/>
                  <a:gd name="csX13" fmla="*/ 114300 w 400049"/>
                  <a:gd name="csY13" fmla="*/ 361950 h 361950"/>
                  <a:gd name="csX14" fmla="*/ 114300 w 400049"/>
                  <a:gd name="csY14" fmla="*/ 333375 h 361950"/>
                  <a:gd name="csX15" fmla="*/ 285750 w 400049"/>
                  <a:gd name="csY15" fmla="*/ 333375 h 361950"/>
                  <a:gd name="csX16" fmla="*/ 285750 w 400049"/>
                  <a:gd name="csY16" fmla="*/ 361950 h 361950"/>
                  <a:gd name="csX17" fmla="*/ 361950 w 400049"/>
                  <a:gd name="csY17" fmla="*/ 361950 h 361950"/>
                  <a:gd name="csX18" fmla="*/ 361950 w 400049"/>
                  <a:gd name="csY18" fmla="*/ 333375 h 361950"/>
                  <a:gd name="csX19" fmla="*/ 400050 w 400049"/>
                  <a:gd name="csY19" fmla="*/ 333375 h 361950"/>
                  <a:gd name="csX20" fmla="*/ 200025 w 400049"/>
                  <a:gd name="csY20" fmla="*/ 242888 h 361950"/>
                  <a:gd name="csX21" fmla="*/ 147638 w 400049"/>
                  <a:gd name="csY21" fmla="*/ 190500 h 361950"/>
                  <a:gd name="csX22" fmla="*/ 200025 w 400049"/>
                  <a:gd name="csY22" fmla="*/ 138113 h 361950"/>
                  <a:gd name="csX23" fmla="*/ 252413 w 400049"/>
                  <a:gd name="csY23" fmla="*/ 190500 h 361950"/>
                  <a:gd name="csX24" fmla="*/ 200025 w 400049"/>
                  <a:gd name="csY24" fmla="*/ 242888 h 361950"/>
                  <a:gd name="csX0" fmla="*/ 364656 w 382353"/>
                  <a:gd name="csY0" fmla="*/ 129854 h 361950"/>
                  <a:gd name="csX1" fmla="*/ 354226 w 382353"/>
                  <a:gd name="csY1" fmla="*/ 101594 h 361950"/>
                  <a:gd name="csX2" fmla="*/ 326327 w 382353"/>
                  <a:gd name="csY2" fmla="*/ 62541 h 361950"/>
                  <a:gd name="csX3" fmla="*/ 315678 w 382353"/>
                  <a:gd name="csY3" fmla="*/ 29318 h 361950"/>
                  <a:gd name="csX4" fmla="*/ 315678 w 382353"/>
                  <a:gd name="csY4" fmla="*/ 0 h 361950"/>
                  <a:gd name="csX5" fmla="*/ 48978 w 382353"/>
                  <a:gd name="csY5" fmla="*/ 0 h 361950"/>
                  <a:gd name="csX6" fmla="*/ 48978 w 382353"/>
                  <a:gd name="csY6" fmla="*/ 29308 h 361950"/>
                  <a:gd name="csX7" fmla="*/ 38329 w 382353"/>
                  <a:gd name="csY7" fmla="*/ 62532 h 361950"/>
                  <a:gd name="csX8" fmla="*/ 10430 w 382353"/>
                  <a:gd name="csY8" fmla="*/ 101584 h 361950"/>
                  <a:gd name="csX9" fmla="*/ 0 w 382353"/>
                  <a:gd name="csY9" fmla="*/ 129845 h 361950"/>
                  <a:gd name="csX10" fmla="*/ 20403 w 382353"/>
                  <a:gd name="csY10" fmla="*/ 333375 h 361950"/>
                  <a:gd name="csX11" fmla="*/ 20403 w 382353"/>
                  <a:gd name="csY11" fmla="*/ 361950 h 361950"/>
                  <a:gd name="csX12" fmla="*/ 96603 w 382353"/>
                  <a:gd name="csY12" fmla="*/ 361950 h 361950"/>
                  <a:gd name="csX13" fmla="*/ 96603 w 382353"/>
                  <a:gd name="csY13" fmla="*/ 333375 h 361950"/>
                  <a:gd name="csX14" fmla="*/ 268053 w 382353"/>
                  <a:gd name="csY14" fmla="*/ 333375 h 361950"/>
                  <a:gd name="csX15" fmla="*/ 268053 w 382353"/>
                  <a:gd name="csY15" fmla="*/ 361950 h 361950"/>
                  <a:gd name="csX16" fmla="*/ 344253 w 382353"/>
                  <a:gd name="csY16" fmla="*/ 361950 h 361950"/>
                  <a:gd name="csX17" fmla="*/ 344253 w 382353"/>
                  <a:gd name="csY17" fmla="*/ 333375 h 361950"/>
                  <a:gd name="csX18" fmla="*/ 382353 w 382353"/>
                  <a:gd name="csY18" fmla="*/ 333375 h 361950"/>
                  <a:gd name="csX19" fmla="*/ 364656 w 382353"/>
                  <a:gd name="csY19" fmla="*/ 129854 h 361950"/>
                  <a:gd name="csX20" fmla="*/ 182328 w 382353"/>
                  <a:gd name="csY20" fmla="*/ 242888 h 361950"/>
                  <a:gd name="csX21" fmla="*/ 129941 w 382353"/>
                  <a:gd name="csY21" fmla="*/ 190500 h 361950"/>
                  <a:gd name="csX22" fmla="*/ 182328 w 382353"/>
                  <a:gd name="csY22" fmla="*/ 138113 h 361950"/>
                  <a:gd name="csX23" fmla="*/ 234716 w 382353"/>
                  <a:gd name="csY23" fmla="*/ 190500 h 361950"/>
                  <a:gd name="csX24" fmla="*/ 182328 w 382353"/>
                  <a:gd name="csY24" fmla="*/ 242888 h 361950"/>
                  <a:gd name="csX0" fmla="*/ 364656 w 364656"/>
                  <a:gd name="csY0" fmla="*/ 129854 h 361950"/>
                  <a:gd name="csX1" fmla="*/ 354226 w 364656"/>
                  <a:gd name="csY1" fmla="*/ 101594 h 361950"/>
                  <a:gd name="csX2" fmla="*/ 326327 w 364656"/>
                  <a:gd name="csY2" fmla="*/ 62541 h 361950"/>
                  <a:gd name="csX3" fmla="*/ 315678 w 364656"/>
                  <a:gd name="csY3" fmla="*/ 29318 h 361950"/>
                  <a:gd name="csX4" fmla="*/ 315678 w 364656"/>
                  <a:gd name="csY4" fmla="*/ 0 h 361950"/>
                  <a:gd name="csX5" fmla="*/ 48978 w 364656"/>
                  <a:gd name="csY5" fmla="*/ 0 h 361950"/>
                  <a:gd name="csX6" fmla="*/ 48978 w 364656"/>
                  <a:gd name="csY6" fmla="*/ 29308 h 361950"/>
                  <a:gd name="csX7" fmla="*/ 38329 w 364656"/>
                  <a:gd name="csY7" fmla="*/ 62532 h 361950"/>
                  <a:gd name="csX8" fmla="*/ 10430 w 364656"/>
                  <a:gd name="csY8" fmla="*/ 101584 h 361950"/>
                  <a:gd name="csX9" fmla="*/ 0 w 364656"/>
                  <a:gd name="csY9" fmla="*/ 129845 h 361950"/>
                  <a:gd name="csX10" fmla="*/ 20403 w 364656"/>
                  <a:gd name="csY10" fmla="*/ 333375 h 361950"/>
                  <a:gd name="csX11" fmla="*/ 20403 w 364656"/>
                  <a:gd name="csY11" fmla="*/ 361950 h 361950"/>
                  <a:gd name="csX12" fmla="*/ 96603 w 364656"/>
                  <a:gd name="csY12" fmla="*/ 361950 h 361950"/>
                  <a:gd name="csX13" fmla="*/ 96603 w 364656"/>
                  <a:gd name="csY13" fmla="*/ 333375 h 361950"/>
                  <a:gd name="csX14" fmla="*/ 268053 w 364656"/>
                  <a:gd name="csY14" fmla="*/ 333375 h 361950"/>
                  <a:gd name="csX15" fmla="*/ 268053 w 364656"/>
                  <a:gd name="csY15" fmla="*/ 361950 h 361950"/>
                  <a:gd name="csX16" fmla="*/ 344253 w 364656"/>
                  <a:gd name="csY16" fmla="*/ 361950 h 361950"/>
                  <a:gd name="csX17" fmla="*/ 344253 w 364656"/>
                  <a:gd name="csY17" fmla="*/ 333375 h 361950"/>
                  <a:gd name="csX18" fmla="*/ 364656 w 364656"/>
                  <a:gd name="csY18" fmla="*/ 129854 h 361950"/>
                  <a:gd name="csX19" fmla="*/ 182328 w 364656"/>
                  <a:gd name="csY19" fmla="*/ 242888 h 361950"/>
                  <a:gd name="csX20" fmla="*/ 129941 w 364656"/>
                  <a:gd name="csY20" fmla="*/ 190500 h 361950"/>
                  <a:gd name="csX21" fmla="*/ 182328 w 364656"/>
                  <a:gd name="csY21" fmla="*/ 138113 h 361950"/>
                  <a:gd name="csX22" fmla="*/ 234716 w 364656"/>
                  <a:gd name="csY22" fmla="*/ 190500 h 361950"/>
                  <a:gd name="csX23" fmla="*/ 182328 w 364656"/>
                  <a:gd name="csY23" fmla="*/ 242888 h 361950"/>
                  <a:gd name="csX0" fmla="*/ 364656 w 364656"/>
                  <a:gd name="csY0" fmla="*/ 129854 h 361950"/>
                  <a:gd name="csX1" fmla="*/ 354226 w 364656"/>
                  <a:gd name="csY1" fmla="*/ 101594 h 361950"/>
                  <a:gd name="csX2" fmla="*/ 326327 w 364656"/>
                  <a:gd name="csY2" fmla="*/ 62541 h 361950"/>
                  <a:gd name="csX3" fmla="*/ 315678 w 364656"/>
                  <a:gd name="csY3" fmla="*/ 29318 h 361950"/>
                  <a:gd name="csX4" fmla="*/ 315678 w 364656"/>
                  <a:gd name="csY4" fmla="*/ 0 h 361950"/>
                  <a:gd name="csX5" fmla="*/ 48978 w 364656"/>
                  <a:gd name="csY5" fmla="*/ 0 h 361950"/>
                  <a:gd name="csX6" fmla="*/ 48978 w 364656"/>
                  <a:gd name="csY6" fmla="*/ 29308 h 361950"/>
                  <a:gd name="csX7" fmla="*/ 38329 w 364656"/>
                  <a:gd name="csY7" fmla="*/ 62532 h 361950"/>
                  <a:gd name="csX8" fmla="*/ 10430 w 364656"/>
                  <a:gd name="csY8" fmla="*/ 101584 h 361950"/>
                  <a:gd name="csX9" fmla="*/ 0 w 364656"/>
                  <a:gd name="csY9" fmla="*/ 129845 h 361950"/>
                  <a:gd name="csX10" fmla="*/ 20403 w 364656"/>
                  <a:gd name="csY10" fmla="*/ 333375 h 361950"/>
                  <a:gd name="csX11" fmla="*/ 96603 w 364656"/>
                  <a:gd name="csY11" fmla="*/ 361950 h 361950"/>
                  <a:gd name="csX12" fmla="*/ 96603 w 364656"/>
                  <a:gd name="csY12" fmla="*/ 333375 h 361950"/>
                  <a:gd name="csX13" fmla="*/ 268053 w 364656"/>
                  <a:gd name="csY13" fmla="*/ 333375 h 361950"/>
                  <a:gd name="csX14" fmla="*/ 268053 w 364656"/>
                  <a:gd name="csY14" fmla="*/ 361950 h 361950"/>
                  <a:gd name="csX15" fmla="*/ 344253 w 364656"/>
                  <a:gd name="csY15" fmla="*/ 361950 h 361950"/>
                  <a:gd name="csX16" fmla="*/ 344253 w 364656"/>
                  <a:gd name="csY16" fmla="*/ 333375 h 361950"/>
                  <a:gd name="csX17" fmla="*/ 364656 w 364656"/>
                  <a:gd name="csY17" fmla="*/ 129854 h 361950"/>
                  <a:gd name="csX18" fmla="*/ 182328 w 364656"/>
                  <a:gd name="csY18" fmla="*/ 242888 h 361950"/>
                  <a:gd name="csX19" fmla="*/ 129941 w 364656"/>
                  <a:gd name="csY19" fmla="*/ 190500 h 361950"/>
                  <a:gd name="csX20" fmla="*/ 182328 w 364656"/>
                  <a:gd name="csY20" fmla="*/ 138113 h 361950"/>
                  <a:gd name="csX21" fmla="*/ 234716 w 364656"/>
                  <a:gd name="csY21" fmla="*/ 190500 h 361950"/>
                  <a:gd name="csX22" fmla="*/ 182328 w 364656"/>
                  <a:gd name="csY22" fmla="*/ 242888 h 361950"/>
                  <a:gd name="csX0" fmla="*/ 364656 w 364656"/>
                  <a:gd name="csY0" fmla="*/ 129854 h 361950"/>
                  <a:gd name="csX1" fmla="*/ 354226 w 364656"/>
                  <a:gd name="csY1" fmla="*/ 101594 h 361950"/>
                  <a:gd name="csX2" fmla="*/ 326327 w 364656"/>
                  <a:gd name="csY2" fmla="*/ 62541 h 361950"/>
                  <a:gd name="csX3" fmla="*/ 315678 w 364656"/>
                  <a:gd name="csY3" fmla="*/ 29318 h 361950"/>
                  <a:gd name="csX4" fmla="*/ 315678 w 364656"/>
                  <a:gd name="csY4" fmla="*/ 0 h 361950"/>
                  <a:gd name="csX5" fmla="*/ 48978 w 364656"/>
                  <a:gd name="csY5" fmla="*/ 0 h 361950"/>
                  <a:gd name="csX6" fmla="*/ 48978 w 364656"/>
                  <a:gd name="csY6" fmla="*/ 29308 h 361950"/>
                  <a:gd name="csX7" fmla="*/ 38329 w 364656"/>
                  <a:gd name="csY7" fmla="*/ 62532 h 361950"/>
                  <a:gd name="csX8" fmla="*/ 10430 w 364656"/>
                  <a:gd name="csY8" fmla="*/ 101584 h 361950"/>
                  <a:gd name="csX9" fmla="*/ 0 w 364656"/>
                  <a:gd name="csY9" fmla="*/ 129845 h 361950"/>
                  <a:gd name="csX10" fmla="*/ 20403 w 364656"/>
                  <a:gd name="csY10" fmla="*/ 333375 h 361950"/>
                  <a:gd name="csX11" fmla="*/ 96603 w 364656"/>
                  <a:gd name="csY11" fmla="*/ 333375 h 361950"/>
                  <a:gd name="csX12" fmla="*/ 268053 w 364656"/>
                  <a:gd name="csY12" fmla="*/ 333375 h 361950"/>
                  <a:gd name="csX13" fmla="*/ 268053 w 364656"/>
                  <a:gd name="csY13" fmla="*/ 361950 h 361950"/>
                  <a:gd name="csX14" fmla="*/ 344253 w 364656"/>
                  <a:gd name="csY14" fmla="*/ 361950 h 361950"/>
                  <a:gd name="csX15" fmla="*/ 344253 w 364656"/>
                  <a:gd name="csY15" fmla="*/ 333375 h 361950"/>
                  <a:gd name="csX16" fmla="*/ 364656 w 364656"/>
                  <a:gd name="csY16" fmla="*/ 129854 h 361950"/>
                  <a:gd name="csX17" fmla="*/ 182328 w 364656"/>
                  <a:gd name="csY17" fmla="*/ 242888 h 361950"/>
                  <a:gd name="csX18" fmla="*/ 129941 w 364656"/>
                  <a:gd name="csY18" fmla="*/ 190500 h 361950"/>
                  <a:gd name="csX19" fmla="*/ 182328 w 364656"/>
                  <a:gd name="csY19" fmla="*/ 138113 h 361950"/>
                  <a:gd name="csX20" fmla="*/ 234716 w 364656"/>
                  <a:gd name="csY20" fmla="*/ 190500 h 361950"/>
                  <a:gd name="csX21" fmla="*/ 182328 w 364656"/>
                  <a:gd name="csY21" fmla="*/ 242888 h 361950"/>
                  <a:gd name="csX0" fmla="*/ 364656 w 364656"/>
                  <a:gd name="csY0" fmla="*/ 129854 h 361950"/>
                  <a:gd name="csX1" fmla="*/ 354226 w 364656"/>
                  <a:gd name="csY1" fmla="*/ 101594 h 361950"/>
                  <a:gd name="csX2" fmla="*/ 326327 w 364656"/>
                  <a:gd name="csY2" fmla="*/ 62541 h 361950"/>
                  <a:gd name="csX3" fmla="*/ 315678 w 364656"/>
                  <a:gd name="csY3" fmla="*/ 29318 h 361950"/>
                  <a:gd name="csX4" fmla="*/ 315678 w 364656"/>
                  <a:gd name="csY4" fmla="*/ 0 h 361950"/>
                  <a:gd name="csX5" fmla="*/ 48978 w 364656"/>
                  <a:gd name="csY5" fmla="*/ 0 h 361950"/>
                  <a:gd name="csX6" fmla="*/ 48978 w 364656"/>
                  <a:gd name="csY6" fmla="*/ 29308 h 361950"/>
                  <a:gd name="csX7" fmla="*/ 38329 w 364656"/>
                  <a:gd name="csY7" fmla="*/ 62532 h 361950"/>
                  <a:gd name="csX8" fmla="*/ 10430 w 364656"/>
                  <a:gd name="csY8" fmla="*/ 101584 h 361950"/>
                  <a:gd name="csX9" fmla="*/ 0 w 364656"/>
                  <a:gd name="csY9" fmla="*/ 129845 h 361950"/>
                  <a:gd name="csX10" fmla="*/ 20403 w 364656"/>
                  <a:gd name="csY10" fmla="*/ 333375 h 361950"/>
                  <a:gd name="csX11" fmla="*/ 96603 w 364656"/>
                  <a:gd name="csY11" fmla="*/ 333375 h 361950"/>
                  <a:gd name="csX12" fmla="*/ 268053 w 364656"/>
                  <a:gd name="csY12" fmla="*/ 333375 h 361950"/>
                  <a:gd name="csX13" fmla="*/ 344253 w 364656"/>
                  <a:gd name="csY13" fmla="*/ 361950 h 361950"/>
                  <a:gd name="csX14" fmla="*/ 344253 w 364656"/>
                  <a:gd name="csY14" fmla="*/ 333375 h 361950"/>
                  <a:gd name="csX15" fmla="*/ 364656 w 364656"/>
                  <a:gd name="csY15" fmla="*/ 129854 h 361950"/>
                  <a:gd name="csX16" fmla="*/ 182328 w 364656"/>
                  <a:gd name="csY16" fmla="*/ 242888 h 361950"/>
                  <a:gd name="csX17" fmla="*/ 129941 w 364656"/>
                  <a:gd name="csY17" fmla="*/ 190500 h 361950"/>
                  <a:gd name="csX18" fmla="*/ 182328 w 364656"/>
                  <a:gd name="csY18" fmla="*/ 138113 h 361950"/>
                  <a:gd name="csX19" fmla="*/ 234716 w 364656"/>
                  <a:gd name="csY19" fmla="*/ 190500 h 361950"/>
                  <a:gd name="csX20" fmla="*/ 182328 w 364656"/>
                  <a:gd name="csY20" fmla="*/ 242888 h 361950"/>
                  <a:gd name="csX0" fmla="*/ 364656 w 364656"/>
                  <a:gd name="csY0" fmla="*/ 129854 h 333375"/>
                  <a:gd name="csX1" fmla="*/ 354226 w 364656"/>
                  <a:gd name="csY1" fmla="*/ 101594 h 333375"/>
                  <a:gd name="csX2" fmla="*/ 326327 w 364656"/>
                  <a:gd name="csY2" fmla="*/ 62541 h 333375"/>
                  <a:gd name="csX3" fmla="*/ 315678 w 364656"/>
                  <a:gd name="csY3" fmla="*/ 29318 h 333375"/>
                  <a:gd name="csX4" fmla="*/ 315678 w 364656"/>
                  <a:gd name="csY4" fmla="*/ 0 h 333375"/>
                  <a:gd name="csX5" fmla="*/ 48978 w 364656"/>
                  <a:gd name="csY5" fmla="*/ 0 h 333375"/>
                  <a:gd name="csX6" fmla="*/ 48978 w 364656"/>
                  <a:gd name="csY6" fmla="*/ 29308 h 333375"/>
                  <a:gd name="csX7" fmla="*/ 38329 w 364656"/>
                  <a:gd name="csY7" fmla="*/ 62532 h 333375"/>
                  <a:gd name="csX8" fmla="*/ 10430 w 364656"/>
                  <a:gd name="csY8" fmla="*/ 101584 h 333375"/>
                  <a:gd name="csX9" fmla="*/ 0 w 364656"/>
                  <a:gd name="csY9" fmla="*/ 129845 h 333375"/>
                  <a:gd name="csX10" fmla="*/ 20403 w 364656"/>
                  <a:gd name="csY10" fmla="*/ 333375 h 333375"/>
                  <a:gd name="csX11" fmla="*/ 96603 w 364656"/>
                  <a:gd name="csY11" fmla="*/ 333375 h 333375"/>
                  <a:gd name="csX12" fmla="*/ 268053 w 364656"/>
                  <a:gd name="csY12" fmla="*/ 333375 h 333375"/>
                  <a:gd name="csX13" fmla="*/ 344253 w 364656"/>
                  <a:gd name="csY13" fmla="*/ 333375 h 333375"/>
                  <a:gd name="csX14" fmla="*/ 364656 w 364656"/>
                  <a:gd name="csY14" fmla="*/ 129854 h 333375"/>
                  <a:gd name="csX15" fmla="*/ 182328 w 364656"/>
                  <a:gd name="csY15" fmla="*/ 242888 h 333375"/>
                  <a:gd name="csX16" fmla="*/ 129941 w 364656"/>
                  <a:gd name="csY16" fmla="*/ 190500 h 333375"/>
                  <a:gd name="csX17" fmla="*/ 182328 w 364656"/>
                  <a:gd name="csY17" fmla="*/ 138113 h 333375"/>
                  <a:gd name="csX18" fmla="*/ 234716 w 364656"/>
                  <a:gd name="csY18" fmla="*/ 190500 h 333375"/>
                  <a:gd name="csX19" fmla="*/ 182328 w 364656"/>
                  <a:gd name="csY19" fmla="*/ 242888 h 333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364656" h="333375">
                    <a:moveTo>
                      <a:pt x="364656" y="129854"/>
                    </a:moveTo>
                    <a:cubicBezTo>
                      <a:pt x="363769" y="119671"/>
                      <a:pt x="360167" y="109912"/>
                      <a:pt x="354226" y="101594"/>
                    </a:cubicBezTo>
                    <a:lnTo>
                      <a:pt x="326327" y="62541"/>
                    </a:lnTo>
                    <a:cubicBezTo>
                      <a:pt x="319401" y="52848"/>
                      <a:pt x="315678" y="41232"/>
                      <a:pt x="315678" y="29318"/>
                    </a:cubicBezTo>
                    <a:lnTo>
                      <a:pt x="315678" y="0"/>
                    </a:lnTo>
                    <a:lnTo>
                      <a:pt x="48978" y="0"/>
                    </a:lnTo>
                    <a:lnTo>
                      <a:pt x="48978" y="29308"/>
                    </a:lnTo>
                    <a:cubicBezTo>
                      <a:pt x="48978" y="41222"/>
                      <a:pt x="45255" y="52838"/>
                      <a:pt x="38329" y="62532"/>
                    </a:cubicBezTo>
                    <a:lnTo>
                      <a:pt x="10430" y="101584"/>
                    </a:lnTo>
                    <a:cubicBezTo>
                      <a:pt x="4489" y="109902"/>
                      <a:pt x="887" y="119662"/>
                      <a:pt x="0" y="129845"/>
                    </a:cubicBezTo>
                    <a:lnTo>
                      <a:pt x="20403" y="333375"/>
                    </a:lnTo>
                    <a:lnTo>
                      <a:pt x="96603" y="333375"/>
                    </a:lnTo>
                    <a:lnTo>
                      <a:pt x="268053" y="333375"/>
                    </a:lnTo>
                    <a:lnTo>
                      <a:pt x="344253" y="333375"/>
                    </a:lnTo>
                    <a:lnTo>
                      <a:pt x="364656" y="129854"/>
                    </a:lnTo>
                    <a:close/>
                    <a:moveTo>
                      <a:pt x="182328" y="242888"/>
                    </a:moveTo>
                    <a:cubicBezTo>
                      <a:pt x="153395" y="242888"/>
                      <a:pt x="129941" y="219433"/>
                      <a:pt x="129941" y="190500"/>
                    </a:cubicBezTo>
                    <a:cubicBezTo>
                      <a:pt x="129941" y="161567"/>
                      <a:pt x="153395" y="138113"/>
                      <a:pt x="182328" y="138113"/>
                    </a:cubicBezTo>
                    <a:cubicBezTo>
                      <a:pt x="211261" y="138113"/>
                      <a:pt x="234716" y="161567"/>
                      <a:pt x="234716" y="190500"/>
                    </a:cubicBezTo>
                    <a:cubicBezTo>
                      <a:pt x="234684" y="219420"/>
                      <a:pt x="211248" y="242856"/>
                      <a:pt x="182328" y="24288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CA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8203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Haettenschweiler</vt:lpstr>
      <vt:lpstr>Impact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Bruneau</dc:creator>
  <cp:lastModifiedBy>Guy Bruneau</cp:lastModifiedBy>
  <cp:revision>10</cp:revision>
  <dcterms:created xsi:type="dcterms:W3CDTF">2026-02-07T23:55:01Z</dcterms:created>
  <dcterms:modified xsi:type="dcterms:W3CDTF">2026-02-14T00:10:05Z</dcterms:modified>
</cp:coreProperties>
</file>